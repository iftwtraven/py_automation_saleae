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heme/theme2.xml" ContentType="application/vnd.openxmlformats-officedocument.theme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heme/theme3.xml" ContentType="application/vnd.openxmlformats-officedocument.theme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5" r:id="rId5"/>
  </p:sldMasterIdLst>
  <p:notesMasterIdLst>
    <p:notesMasterId r:id="rId31"/>
  </p:notesMasterIdLst>
  <p:handoutMasterIdLst>
    <p:handoutMasterId r:id="rId32"/>
  </p:handoutMasterIdLst>
  <p:sldIdLst>
    <p:sldId id="267" r:id="rId6"/>
    <p:sldId id="347" r:id="rId7"/>
    <p:sldId id="2011" r:id="rId8"/>
    <p:sldId id="2004" r:id="rId9"/>
    <p:sldId id="2006" r:id="rId10"/>
    <p:sldId id="2008" r:id="rId11"/>
    <p:sldId id="2005" r:id="rId12"/>
    <p:sldId id="2009" r:id="rId13"/>
    <p:sldId id="2013" r:id="rId14"/>
    <p:sldId id="259" r:id="rId15"/>
    <p:sldId id="2020" r:id="rId16"/>
    <p:sldId id="269" r:id="rId17"/>
    <p:sldId id="2021" r:id="rId18"/>
    <p:sldId id="2017" r:id="rId19"/>
    <p:sldId id="2018" r:id="rId20"/>
    <p:sldId id="2016" r:id="rId21"/>
    <p:sldId id="275" r:id="rId22"/>
    <p:sldId id="270" r:id="rId23"/>
    <p:sldId id="277" r:id="rId24"/>
    <p:sldId id="276" r:id="rId25"/>
    <p:sldId id="2014" r:id="rId26"/>
    <p:sldId id="2019" r:id="rId27"/>
    <p:sldId id="2015" r:id="rId28"/>
    <p:sldId id="278" r:id="rId29"/>
    <p:sldId id="257" r:id="rId30"/>
  </p:sldIdLst>
  <p:sldSz cx="12192000" cy="6858000"/>
  <p:notesSz cx="7099300" cy="10234613"/>
  <p:custDataLst>
    <p:tags r:id="rId33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1pPr>
    <a:lvl2pPr marL="609585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2pPr>
    <a:lvl3pPr marL="1219170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3pPr>
    <a:lvl4pPr marL="1828754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4pPr>
    <a:lvl5pPr marL="2438339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5pPr>
    <a:lvl6pPr marL="3047924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6pPr>
    <a:lvl7pPr marL="3657509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7pPr>
    <a:lvl8pPr marL="4267093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8pPr>
    <a:lvl9pPr marL="4876678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87">
          <p15:clr>
            <a:srgbClr val="A4A3A4"/>
          </p15:clr>
        </p15:guide>
        <p15:guide id="2" orient="horz" pos="638">
          <p15:clr>
            <a:srgbClr val="A4A3A4"/>
          </p15:clr>
        </p15:guide>
        <p15:guide id="3" orient="horz" pos="453">
          <p15:clr>
            <a:srgbClr val="A4A3A4"/>
          </p15:clr>
        </p15:guide>
        <p15:guide id="4" orient="horz" pos="6262">
          <p15:clr>
            <a:srgbClr val="A4A3A4"/>
          </p15:clr>
        </p15:guide>
        <p15:guide id="5" pos="4186">
          <p15:clr>
            <a:srgbClr val="A4A3A4"/>
          </p15:clr>
        </p15:guide>
        <p15:guide id="6" pos="286">
          <p15:clr>
            <a:srgbClr val="A4A3A4"/>
          </p15:clr>
        </p15:guide>
        <p15:guide id="7" pos="830">
          <p15:clr>
            <a:srgbClr val="A4A3A4"/>
          </p15:clr>
        </p15:guide>
        <p15:guide id="8" pos="386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9525" cmpd="sng">
              <a:solidFill>
                <a:schemeClr val="lt1"/>
              </a:solidFill>
            </a:ln>
          </a:left>
          <a:right>
            <a:ln w="9525" cmpd="sng">
              <a:solidFill>
                <a:srgbClr val="FFFFFF"/>
              </a:solidFill>
            </a:ln>
          </a:right>
          <a:top>
            <a:ln w="9525" cmpd="sng">
              <a:solidFill>
                <a:srgbClr val="FFFFFF"/>
              </a:solidFill>
            </a:ln>
          </a:top>
          <a:bottom>
            <a:ln w="9525" cmpd="sng">
              <a:solidFill>
                <a:srgbClr val="FFFFFF"/>
              </a:solidFill>
            </a:ln>
          </a:bottom>
          <a:insideH>
            <a:ln w="9525" cmpd="sng">
              <a:solidFill>
                <a:srgbClr val="FFFFFF"/>
              </a:solidFill>
            </a:ln>
          </a:insideH>
          <a:insideV>
            <a:ln w="9525" cmpd="sng">
              <a:solidFill>
                <a:srgbClr val="FFFFFF"/>
              </a:solidFill>
            </a:ln>
          </a:insideV>
        </a:tcBdr>
        <a:fill>
          <a:solidFill>
            <a:schemeClr val="lt2"/>
          </a:solidFill>
        </a:fill>
      </a:tcStyle>
    </a:wholeTbl>
    <a:band1H>
      <a:tcStyle>
        <a:tcBdr/>
      </a:tcStyle>
    </a:band1H>
    <a:band2H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H>
    <a:band1V>
      <a:tcStyle>
        <a:tcBdr/>
      </a:tcStyle>
    </a:band1V>
    <a:band2V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V>
    <a:la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Row>
    <a:fir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74" autoAdjust="0"/>
    <p:restoredTop sz="94696" autoAdjust="0"/>
  </p:normalViewPr>
  <p:slideViewPr>
    <p:cSldViewPr snapToObjects="1" showGuides="1">
      <p:cViewPr varScale="1">
        <p:scale>
          <a:sx n="95" d="100"/>
          <a:sy n="95" d="100"/>
        </p:scale>
        <p:origin x="84" y="498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Objects="1" showGuides="1">
      <p:cViewPr varScale="1">
        <p:scale>
          <a:sx n="70" d="100"/>
          <a:sy n="70" d="100"/>
        </p:scale>
        <p:origin x="2268" y="42"/>
      </p:cViewPr>
      <p:guideLst>
        <p:guide orient="horz" pos="187"/>
        <p:guide orient="horz" pos="638"/>
        <p:guide orient="horz" pos="453"/>
        <p:guide orient="horz" pos="6262"/>
        <p:guide pos="4186"/>
        <p:guide pos="286"/>
        <p:guide pos="830"/>
        <p:guide pos="3869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34" Type="http://schemas.openxmlformats.org/officeDocument/2006/relationships/presProps" Target="pres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tags" Target="tags/tag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handoutMaster" Target="handoutMasters/handoutMaster1.xml"/><Relationship Id="rId37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notesMaster" Target="notesMasters/notesMaster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viewProps" Target="viewProps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89.xml"/><Relationship Id="rId3" Type="http://schemas.openxmlformats.org/officeDocument/2006/relationships/tags" Target="../tags/tag184.xml"/><Relationship Id="rId7" Type="http://schemas.openxmlformats.org/officeDocument/2006/relationships/tags" Target="../tags/tag188.xml"/><Relationship Id="rId12" Type="http://schemas.openxmlformats.org/officeDocument/2006/relationships/image" Target="../media/image5.png"/><Relationship Id="rId2" Type="http://schemas.openxmlformats.org/officeDocument/2006/relationships/tags" Target="../tags/tag183.xml"/><Relationship Id="rId1" Type="http://schemas.openxmlformats.org/officeDocument/2006/relationships/theme" Target="../theme/theme3.xml"/><Relationship Id="rId6" Type="http://schemas.openxmlformats.org/officeDocument/2006/relationships/tags" Target="../tags/tag187.xml"/><Relationship Id="rId11" Type="http://schemas.openxmlformats.org/officeDocument/2006/relationships/tags" Target="../tags/tag192.xml"/><Relationship Id="rId5" Type="http://schemas.openxmlformats.org/officeDocument/2006/relationships/tags" Target="../tags/tag186.xml"/><Relationship Id="rId10" Type="http://schemas.openxmlformats.org/officeDocument/2006/relationships/tags" Target="../tags/tag191.xml"/><Relationship Id="rId4" Type="http://schemas.openxmlformats.org/officeDocument/2006/relationships/tags" Target="../tags/tag185.xml"/><Relationship Id="rId9" Type="http://schemas.openxmlformats.org/officeDocument/2006/relationships/tags" Target="../tags/tag190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200">
                <a:latin typeface="Tahoma" pitchFamily="34" charset="0"/>
              </a:defRPr>
            </a:lvl1pPr>
          </a:lstStyle>
          <a:p>
            <a:endParaRPr lang="en-US" sz="100" dirty="0">
              <a:noFill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Footer Placeholder" hidden="1"/>
          <p:cNvSpPr>
            <a:spLocks noGrp="1"/>
          </p:cNvSpPr>
          <p:nvPr>
            <p:ph type="ftr" sz="quarter" idx="2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 algn="ctr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pPr algn="ctr"/>
            <a:r>
              <a:rPr lang="en-US" sz="100" b="1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9" name="Date Placeholder" hidden="1"/>
          <p:cNvSpPr>
            <a:spLocks noGrp="1"/>
          </p:cNvSpPr>
          <p:nvPr>
            <p:ph type="dt" sz="quarter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 algn="l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2020-09-28</a:t>
            </a:r>
          </a:p>
          <a:p>
            <a:pPr algn="l"/>
            <a:endParaRPr lang="en-US" sz="100" dirty="0">
              <a:noFill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0" name="Slide Number Placeholder"/>
          <p:cNvSpPr>
            <a:spLocks noGrp="1"/>
          </p:cNvSpPr>
          <p:nvPr>
            <p:ph type="sldNum" sz="quarter" idx="3"/>
          </p:nvPr>
        </p:nvSpPr>
        <p:spPr>
          <a:xfrm>
            <a:off x="5997922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4F5EA4BF-E9AE-43AF-B3B0-E8B2B4D213BF}" type="slidenum">
              <a:rPr lang="en-US" sz="80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pPr/>
              <a:t>‹#›</a:t>
            </a:fld>
            <a:endParaRPr lang="en-US" sz="80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AB77BC53-8E05-4977-B193-6A6AD69A870A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89310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8A3F532B-9233-4B6C-A1AE-20F78C1A46B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37922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707F235E-2AB2-45AA-AAE4-3CA5D9E6B283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89310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5B6337D7-EF4A-437B-98C9-7A76CBDDE797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2023.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6" name="empower_classification_attention_placeholder" hidden="1">
            <a:extLst>
              <a:ext uri="{FF2B5EF4-FFF2-40B4-BE49-F238E27FC236}">
                <a16:creationId xmlns:a16="http://schemas.microsoft.com/office/drawing/2014/main" id="{07AA87B6-2D72-4228-A7D0-DDCA437050BF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placeholder">
            <a:extLst>
              <a:ext uri="{FF2B5EF4-FFF2-40B4-BE49-F238E27FC236}">
                <a16:creationId xmlns:a16="http://schemas.microsoft.com/office/drawing/2014/main" id="{162FD7ED-CC36-4F26-ADD4-95B9EFF2AE3D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 dirty="0" err="1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4" name="empower_date_placeholder">
            <a:extLst>
              <a:ext uri="{FF2B5EF4-FFF2-40B4-BE49-F238E27FC236}">
                <a16:creationId xmlns:a16="http://schemas.microsoft.com/office/drawing/2014/main" id="{17C46F5C-5E8F-4CC2-80E6-B88261E13B5B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89309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18 Mrz 2023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26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594286928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79.xml"/><Relationship Id="rId3" Type="http://schemas.openxmlformats.org/officeDocument/2006/relationships/tags" Target="../tags/tag174.xml"/><Relationship Id="rId7" Type="http://schemas.openxmlformats.org/officeDocument/2006/relationships/tags" Target="../tags/tag178.xml"/><Relationship Id="rId12" Type="http://schemas.openxmlformats.org/officeDocument/2006/relationships/image" Target="../media/image5.png"/><Relationship Id="rId2" Type="http://schemas.openxmlformats.org/officeDocument/2006/relationships/tags" Target="../tags/tag173.xml"/><Relationship Id="rId1" Type="http://schemas.openxmlformats.org/officeDocument/2006/relationships/theme" Target="../theme/theme2.xml"/><Relationship Id="rId6" Type="http://schemas.openxmlformats.org/officeDocument/2006/relationships/tags" Target="../tags/tag177.xml"/><Relationship Id="rId11" Type="http://schemas.openxmlformats.org/officeDocument/2006/relationships/tags" Target="../tags/tag182.xml"/><Relationship Id="rId5" Type="http://schemas.openxmlformats.org/officeDocument/2006/relationships/tags" Target="../tags/tag176.xml"/><Relationship Id="rId10" Type="http://schemas.openxmlformats.org/officeDocument/2006/relationships/tags" Target="../tags/tag181.xml"/><Relationship Id="rId4" Type="http://schemas.openxmlformats.org/officeDocument/2006/relationships/tags" Target="../tags/tag175.xml"/><Relationship Id="rId9" Type="http://schemas.openxmlformats.org/officeDocument/2006/relationships/tags" Target="../tags/tag18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6" name="Slide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54025" y="1012825"/>
            <a:ext cx="6191250" cy="34829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84997" name="Notes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453306" y="4757266"/>
            <a:ext cx="6191968" cy="47832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Enter Notes</a:t>
            </a:r>
          </a:p>
        </p:txBody>
      </p:sp>
      <p:sp>
        <p:nvSpPr>
          <p:cNvPr id="28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00">
                <a:noFill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sz="100" dirty="0"/>
          </a:p>
        </p:txBody>
      </p:sp>
      <p:sp>
        <p:nvSpPr>
          <p:cNvPr id="10" name="Footer Placeholder" hidden="1"/>
          <p:cNvSpPr>
            <a:spLocks noGrp="1"/>
          </p:cNvSpPr>
          <p:nvPr>
            <p:ph type="ftr" sz="quarter" idx="4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">
                <a:noFill/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11" name="Date Placeholder" hidden="1"/>
          <p:cNvSpPr>
            <a:spLocks noGrp="1"/>
          </p:cNvSpPr>
          <p:nvPr>
            <p:ph type="dt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2020-09-28</a:t>
            </a:r>
          </a:p>
          <a:p>
            <a:endParaRPr lang="en-US" dirty="0"/>
          </a:p>
        </p:txBody>
      </p:sp>
      <p:sp>
        <p:nvSpPr>
          <p:cNvPr id="12" name="Slide Number Placeholder"/>
          <p:cNvSpPr>
            <a:spLocks noGrp="1"/>
          </p:cNvSpPr>
          <p:nvPr>
            <p:ph type="sldNum" sz="quarter" idx="5"/>
          </p:nvPr>
        </p:nvSpPr>
        <p:spPr>
          <a:xfrm>
            <a:off x="6033274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rgbClr val="928285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4165D906-55BD-49C5-997D-27A40DB53D15}" type="slidenum"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E8AE2277-2635-47CE-8461-F921E010AD6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53306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1ED6373F-3656-4DFD-9B9C-BC0ABABA2CBF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73274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3D3123B4-E08C-4CCD-9703-AD1F689F1FB7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53306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7E51E007-F5B3-45C7-900F-9B0FFE9F37F6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2023.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attention_placeholder" hidden="1">
            <a:extLst>
              <a:ext uri="{FF2B5EF4-FFF2-40B4-BE49-F238E27FC236}">
                <a16:creationId xmlns:a16="http://schemas.microsoft.com/office/drawing/2014/main" id="{CD1E0C77-9862-4B96-A3C1-8F3320EB5330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7" name="empower_classification_placeholder">
            <a:extLst>
              <a:ext uri="{FF2B5EF4-FFF2-40B4-BE49-F238E27FC236}">
                <a16:creationId xmlns:a16="http://schemas.microsoft.com/office/drawing/2014/main" id="{9F464BB7-63C3-4B8A-A50E-5FC32FA6A18F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 dirty="0" err="1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8" name="empower_date_placeholder">
            <a:extLst>
              <a:ext uri="{FF2B5EF4-FFF2-40B4-BE49-F238E27FC236}">
                <a16:creationId xmlns:a16="http://schemas.microsoft.com/office/drawing/2014/main" id="{7E930412-6BBA-43BF-B0D5-11DDE46E471E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53306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18 Mrz 2023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32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2300418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609585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2pPr>
    <a:lvl3pPr marL="1219170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3pPr>
    <a:lvl4pPr marL="1828754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4pPr>
    <a:lvl5pPr marL="2438339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tags" Target="../tags/tag13.xml"/><Relationship Id="rId13" Type="http://schemas.openxmlformats.org/officeDocument/2006/relationships/image" Target="../media/image1.png"/><Relationship Id="rId3" Type="http://schemas.openxmlformats.org/officeDocument/2006/relationships/tags" Target="../tags/tag8.xml"/><Relationship Id="rId7" Type="http://schemas.openxmlformats.org/officeDocument/2006/relationships/tags" Target="../tags/tag12.xml"/><Relationship Id="rId12" Type="http://schemas.openxmlformats.org/officeDocument/2006/relationships/image" Target="../media/image2.jp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0.xml"/><Relationship Id="rId10" Type="http://schemas.openxmlformats.org/officeDocument/2006/relationships/tags" Target="../tags/tag15.xml"/><Relationship Id="rId4" Type="http://schemas.openxmlformats.org/officeDocument/2006/relationships/tags" Target="../tags/tag9.xml"/><Relationship Id="rId9" Type="http://schemas.openxmlformats.org/officeDocument/2006/relationships/tags" Target="../tags/tag14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tags" Target="../tags/tag23.xml"/><Relationship Id="rId3" Type="http://schemas.openxmlformats.org/officeDocument/2006/relationships/tags" Target="../tags/tag18.xml"/><Relationship Id="rId7" Type="http://schemas.openxmlformats.org/officeDocument/2006/relationships/tags" Target="../tags/tag22.xml"/><Relationship Id="rId12" Type="http://schemas.openxmlformats.org/officeDocument/2006/relationships/image" Target="../media/image1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tags" Target="../tags/tag21.xml"/><Relationship Id="rId11" Type="http://schemas.openxmlformats.org/officeDocument/2006/relationships/image" Target="../media/image3.jpg"/><Relationship Id="rId5" Type="http://schemas.openxmlformats.org/officeDocument/2006/relationships/tags" Target="../tags/tag20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19.xml"/><Relationship Id="rId9" Type="http://schemas.openxmlformats.org/officeDocument/2006/relationships/tags" Target="../tags/tag24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tags" Target="../tags/tag32.xml"/><Relationship Id="rId3" Type="http://schemas.openxmlformats.org/officeDocument/2006/relationships/tags" Target="../tags/tag27.xml"/><Relationship Id="rId7" Type="http://schemas.openxmlformats.org/officeDocument/2006/relationships/tags" Target="../tags/tag31.xml"/><Relationship Id="rId12" Type="http://schemas.openxmlformats.org/officeDocument/2006/relationships/image" Target="../media/image1.png"/><Relationship Id="rId2" Type="http://schemas.openxmlformats.org/officeDocument/2006/relationships/tags" Target="../tags/tag26.xml"/><Relationship Id="rId1" Type="http://schemas.openxmlformats.org/officeDocument/2006/relationships/tags" Target="../tags/tag25.xml"/><Relationship Id="rId6" Type="http://schemas.openxmlformats.org/officeDocument/2006/relationships/tags" Target="../tags/tag30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29.xml"/><Relationship Id="rId10" Type="http://schemas.openxmlformats.org/officeDocument/2006/relationships/tags" Target="../tags/tag34.xml"/><Relationship Id="rId4" Type="http://schemas.openxmlformats.org/officeDocument/2006/relationships/tags" Target="../tags/tag28.xml"/><Relationship Id="rId9" Type="http://schemas.openxmlformats.org/officeDocument/2006/relationships/tags" Target="../tags/tag33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tags" Target="../tags/tag42.xml"/><Relationship Id="rId3" Type="http://schemas.openxmlformats.org/officeDocument/2006/relationships/tags" Target="../tags/tag37.xml"/><Relationship Id="rId7" Type="http://schemas.openxmlformats.org/officeDocument/2006/relationships/tags" Target="../tags/tag41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36.xml"/><Relationship Id="rId1" Type="http://schemas.openxmlformats.org/officeDocument/2006/relationships/tags" Target="../tags/tag35.xml"/><Relationship Id="rId6" Type="http://schemas.openxmlformats.org/officeDocument/2006/relationships/tags" Target="../tags/tag40.xml"/><Relationship Id="rId11" Type="http://schemas.openxmlformats.org/officeDocument/2006/relationships/tags" Target="../tags/tag45.xml"/><Relationship Id="rId5" Type="http://schemas.openxmlformats.org/officeDocument/2006/relationships/tags" Target="../tags/tag39.xml"/><Relationship Id="rId10" Type="http://schemas.openxmlformats.org/officeDocument/2006/relationships/tags" Target="../tags/tag44.xml"/><Relationship Id="rId4" Type="http://schemas.openxmlformats.org/officeDocument/2006/relationships/tags" Target="../tags/tag38.xml"/><Relationship Id="rId9" Type="http://schemas.openxmlformats.org/officeDocument/2006/relationships/tags" Target="../tags/tag43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53.xml"/><Relationship Id="rId3" Type="http://schemas.openxmlformats.org/officeDocument/2006/relationships/tags" Target="../tags/tag48.xml"/><Relationship Id="rId7" Type="http://schemas.openxmlformats.org/officeDocument/2006/relationships/tags" Target="../tags/tag52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47.xml"/><Relationship Id="rId1" Type="http://schemas.openxmlformats.org/officeDocument/2006/relationships/tags" Target="../tags/tag46.xml"/><Relationship Id="rId6" Type="http://schemas.openxmlformats.org/officeDocument/2006/relationships/tags" Target="../tags/tag51.xml"/><Relationship Id="rId11" Type="http://schemas.openxmlformats.org/officeDocument/2006/relationships/tags" Target="../tags/tag56.xml"/><Relationship Id="rId5" Type="http://schemas.openxmlformats.org/officeDocument/2006/relationships/tags" Target="../tags/tag50.xml"/><Relationship Id="rId10" Type="http://schemas.openxmlformats.org/officeDocument/2006/relationships/tags" Target="../tags/tag55.xml"/><Relationship Id="rId4" Type="http://schemas.openxmlformats.org/officeDocument/2006/relationships/tags" Target="../tags/tag49.xml"/><Relationship Id="rId9" Type="http://schemas.openxmlformats.org/officeDocument/2006/relationships/tags" Target="../tags/tag54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tags" Target="../tags/tag64.xml"/><Relationship Id="rId3" Type="http://schemas.openxmlformats.org/officeDocument/2006/relationships/tags" Target="../tags/tag59.xml"/><Relationship Id="rId7" Type="http://schemas.openxmlformats.org/officeDocument/2006/relationships/tags" Target="../tags/tag63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6" Type="http://schemas.openxmlformats.org/officeDocument/2006/relationships/tags" Target="../tags/tag62.xml"/><Relationship Id="rId11" Type="http://schemas.openxmlformats.org/officeDocument/2006/relationships/tags" Target="../tags/tag67.xml"/><Relationship Id="rId5" Type="http://schemas.openxmlformats.org/officeDocument/2006/relationships/tags" Target="../tags/tag61.xml"/><Relationship Id="rId10" Type="http://schemas.openxmlformats.org/officeDocument/2006/relationships/tags" Target="../tags/tag66.xml"/><Relationship Id="rId4" Type="http://schemas.openxmlformats.org/officeDocument/2006/relationships/tags" Target="../tags/tag60.xml"/><Relationship Id="rId9" Type="http://schemas.openxmlformats.org/officeDocument/2006/relationships/tags" Target="../tags/tag6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" Type="http://schemas.openxmlformats.org/officeDocument/2006/relationships/tags" Target="../tags/tag6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72.xml"/><Relationship Id="rId4" Type="http://schemas.openxmlformats.org/officeDocument/2006/relationships/tags" Target="../tags/tag7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" Type="http://schemas.openxmlformats.org/officeDocument/2006/relationships/tags" Target="../tags/tag73.xml"/><Relationship Id="rId5" Type="http://schemas.openxmlformats.org/officeDocument/2006/relationships/image" Target="../media/image4.png"/><Relationship Id="rId4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tags" Target="../tags/tag83.xml"/><Relationship Id="rId3" Type="http://schemas.openxmlformats.org/officeDocument/2006/relationships/tags" Target="../tags/tag78.xml"/><Relationship Id="rId7" Type="http://schemas.openxmlformats.org/officeDocument/2006/relationships/tags" Target="../tags/tag82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77.xml"/><Relationship Id="rId1" Type="http://schemas.openxmlformats.org/officeDocument/2006/relationships/tags" Target="../tags/tag76.xml"/><Relationship Id="rId6" Type="http://schemas.openxmlformats.org/officeDocument/2006/relationships/tags" Target="../tags/tag81.xml"/><Relationship Id="rId11" Type="http://schemas.openxmlformats.org/officeDocument/2006/relationships/tags" Target="../tags/tag86.xml"/><Relationship Id="rId5" Type="http://schemas.openxmlformats.org/officeDocument/2006/relationships/tags" Target="../tags/tag80.xml"/><Relationship Id="rId10" Type="http://schemas.openxmlformats.org/officeDocument/2006/relationships/tags" Target="../tags/tag85.xml"/><Relationship Id="rId4" Type="http://schemas.openxmlformats.org/officeDocument/2006/relationships/tags" Target="../tags/tag79.xml"/><Relationship Id="rId9" Type="http://schemas.openxmlformats.org/officeDocument/2006/relationships/tags" Target="../tags/tag84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tags" Target="../tags/tag94.xml"/><Relationship Id="rId3" Type="http://schemas.openxmlformats.org/officeDocument/2006/relationships/tags" Target="../tags/tag89.xml"/><Relationship Id="rId7" Type="http://schemas.openxmlformats.org/officeDocument/2006/relationships/tags" Target="../tags/tag93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88.xml"/><Relationship Id="rId1" Type="http://schemas.openxmlformats.org/officeDocument/2006/relationships/tags" Target="../tags/tag87.xml"/><Relationship Id="rId6" Type="http://schemas.openxmlformats.org/officeDocument/2006/relationships/tags" Target="../tags/tag92.xml"/><Relationship Id="rId11" Type="http://schemas.openxmlformats.org/officeDocument/2006/relationships/tags" Target="../tags/tag97.xml"/><Relationship Id="rId5" Type="http://schemas.openxmlformats.org/officeDocument/2006/relationships/tags" Target="../tags/tag91.xml"/><Relationship Id="rId10" Type="http://schemas.openxmlformats.org/officeDocument/2006/relationships/tags" Target="../tags/tag96.xml"/><Relationship Id="rId4" Type="http://schemas.openxmlformats.org/officeDocument/2006/relationships/tags" Target="../tags/tag90.xml"/><Relationship Id="rId9" Type="http://schemas.openxmlformats.org/officeDocument/2006/relationships/tags" Target="../tags/tag95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105.xml"/><Relationship Id="rId3" Type="http://schemas.openxmlformats.org/officeDocument/2006/relationships/tags" Target="../tags/tag100.xml"/><Relationship Id="rId7" Type="http://schemas.openxmlformats.org/officeDocument/2006/relationships/tags" Target="../tags/tag104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99.xml"/><Relationship Id="rId1" Type="http://schemas.openxmlformats.org/officeDocument/2006/relationships/tags" Target="../tags/tag98.xml"/><Relationship Id="rId6" Type="http://schemas.openxmlformats.org/officeDocument/2006/relationships/tags" Target="../tags/tag103.xml"/><Relationship Id="rId11" Type="http://schemas.openxmlformats.org/officeDocument/2006/relationships/tags" Target="../tags/tag108.xml"/><Relationship Id="rId5" Type="http://schemas.openxmlformats.org/officeDocument/2006/relationships/tags" Target="../tags/tag102.xml"/><Relationship Id="rId10" Type="http://schemas.openxmlformats.org/officeDocument/2006/relationships/tags" Target="../tags/tag107.xml"/><Relationship Id="rId4" Type="http://schemas.openxmlformats.org/officeDocument/2006/relationships/tags" Target="../tags/tag101.xml"/><Relationship Id="rId9" Type="http://schemas.openxmlformats.org/officeDocument/2006/relationships/tags" Target="../tags/tag106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tags" Target="../tags/tag116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11.xml"/><Relationship Id="rId7" Type="http://schemas.openxmlformats.org/officeDocument/2006/relationships/tags" Target="../tags/tag115.xml"/><Relationship Id="rId12" Type="http://schemas.openxmlformats.org/officeDocument/2006/relationships/tags" Target="../tags/tag120.xml"/><Relationship Id="rId2" Type="http://schemas.openxmlformats.org/officeDocument/2006/relationships/tags" Target="../tags/tag110.xml"/><Relationship Id="rId1" Type="http://schemas.openxmlformats.org/officeDocument/2006/relationships/tags" Target="../tags/tag109.xml"/><Relationship Id="rId6" Type="http://schemas.openxmlformats.org/officeDocument/2006/relationships/tags" Target="../tags/tag114.xml"/><Relationship Id="rId11" Type="http://schemas.openxmlformats.org/officeDocument/2006/relationships/tags" Target="../tags/tag119.xml"/><Relationship Id="rId5" Type="http://schemas.openxmlformats.org/officeDocument/2006/relationships/tags" Target="../tags/tag113.xml"/><Relationship Id="rId10" Type="http://schemas.openxmlformats.org/officeDocument/2006/relationships/tags" Target="../tags/tag118.xml"/><Relationship Id="rId4" Type="http://schemas.openxmlformats.org/officeDocument/2006/relationships/tags" Target="../tags/tag112.xml"/><Relationship Id="rId9" Type="http://schemas.openxmlformats.org/officeDocument/2006/relationships/tags" Target="../tags/tag117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tags" Target="../tags/tag128.xml"/><Relationship Id="rId3" Type="http://schemas.openxmlformats.org/officeDocument/2006/relationships/tags" Target="../tags/tag123.xml"/><Relationship Id="rId7" Type="http://schemas.openxmlformats.org/officeDocument/2006/relationships/tags" Target="../tags/tag127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122.xml"/><Relationship Id="rId1" Type="http://schemas.openxmlformats.org/officeDocument/2006/relationships/tags" Target="../tags/tag121.xml"/><Relationship Id="rId6" Type="http://schemas.openxmlformats.org/officeDocument/2006/relationships/tags" Target="../tags/tag126.xml"/><Relationship Id="rId11" Type="http://schemas.openxmlformats.org/officeDocument/2006/relationships/tags" Target="../tags/tag131.xml"/><Relationship Id="rId5" Type="http://schemas.openxmlformats.org/officeDocument/2006/relationships/tags" Target="../tags/tag125.xml"/><Relationship Id="rId10" Type="http://schemas.openxmlformats.org/officeDocument/2006/relationships/tags" Target="../tags/tag130.xml"/><Relationship Id="rId4" Type="http://schemas.openxmlformats.org/officeDocument/2006/relationships/tags" Target="../tags/tag124.xml"/><Relationship Id="rId9" Type="http://schemas.openxmlformats.org/officeDocument/2006/relationships/tags" Target="../tags/tag129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tags" Target="../tags/tag139.xml"/><Relationship Id="rId3" Type="http://schemas.openxmlformats.org/officeDocument/2006/relationships/tags" Target="../tags/tag134.xml"/><Relationship Id="rId7" Type="http://schemas.openxmlformats.org/officeDocument/2006/relationships/tags" Target="../tags/tag138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133.xml"/><Relationship Id="rId1" Type="http://schemas.openxmlformats.org/officeDocument/2006/relationships/tags" Target="../tags/tag132.xml"/><Relationship Id="rId6" Type="http://schemas.openxmlformats.org/officeDocument/2006/relationships/tags" Target="../tags/tag137.xml"/><Relationship Id="rId11" Type="http://schemas.openxmlformats.org/officeDocument/2006/relationships/tags" Target="../tags/tag142.xml"/><Relationship Id="rId5" Type="http://schemas.openxmlformats.org/officeDocument/2006/relationships/tags" Target="../tags/tag136.xml"/><Relationship Id="rId10" Type="http://schemas.openxmlformats.org/officeDocument/2006/relationships/tags" Target="../tags/tag141.xml"/><Relationship Id="rId4" Type="http://schemas.openxmlformats.org/officeDocument/2006/relationships/tags" Target="../tags/tag135.xml"/><Relationship Id="rId9" Type="http://schemas.openxmlformats.org/officeDocument/2006/relationships/tags" Target="../tags/tag140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150.xml"/><Relationship Id="rId3" Type="http://schemas.openxmlformats.org/officeDocument/2006/relationships/tags" Target="../tags/tag145.xml"/><Relationship Id="rId7" Type="http://schemas.openxmlformats.org/officeDocument/2006/relationships/tags" Target="../tags/tag149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144.xml"/><Relationship Id="rId1" Type="http://schemas.openxmlformats.org/officeDocument/2006/relationships/tags" Target="../tags/tag143.xml"/><Relationship Id="rId6" Type="http://schemas.openxmlformats.org/officeDocument/2006/relationships/tags" Target="../tags/tag148.xml"/><Relationship Id="rId11" Type="http://schemas.openxmlformats.org/officeDocument/2006/relationships/tags" Target="../tags/tag153.xml"/><Relationship Id="rId5" Type="http://schemas.openxmlformats.org/officeDocument/2006/relationships/tags" Target="../tags/tag147.xml"/><Relationship Id="rId10" Type="http://schemas.openxmlformats.org/officeDocument/2006/relationships/tags" Target="../tags/tag152.xml"/><Relationship Id="rId4" Type="http://schemas.openxmlformats.org/officeDocument/2006/relationships/tags" Target="../tags/tag146.xml"/><Relationship Id="rId9" Type="http://schemas.openxmlformats.org/officeDocument/2006/relationships/tags" Target="../tags/tag151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tags" Target="../tags/tag161.xml"/><Relationship Id="rId3" Type="http://schemas.openxmlformats.org/officeDocument/2006/relationships/tags" Target="../tags/tag156.xml"/><Relationship Id="rId7" Type="http://schemas.openxmlformats.org/officeDocument/2006/relationships/tags" Target="../tags/tag160.xml"/><Relationship Id="rId2" Type="http://schemas.openxmlformats.org/officeDocument/2006/relationships/tags" Target="../tags/tag155.xml"/><Relationship Id="rId1" Type="http://schemas.openxmlformats.org/officeDocument/2006/relationships/tags" Target="../tags/tag154.xml"/><Relationship Id="rId6" Type="http://schemas.openxmlformats.org/officeDocument/2006/relationships/tags" Target="../tags/tag159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58.xml"/><Relationship Id="rId10" Type="http://schemas.openxmlformats.org/officeDocument/2006/relationships/tags" Target="../tags/tag163.xml"/><Relationship Id="rId4" Type="http://schemas.openxmlformats.org/officeDocument/2006/relationships/tags" Target="../tags/tag157.xml"/><Relationship Id="rId9" Type="http://schemas.openxmlformats.org/officeDocument/2006/relationships/tags" Target="../tags/tag16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tags" Target="../tags/tag166.xml"/><Relationship Id="rId2" Type="http://schemas.openxmlformats.org/officeDocument/2006/relationships/tags" Target="../tags/tag165.xml"/><Relationship Id="rId1" Type="http://schemas.openxmlformats.org/officeDocument/2006/relationships/tags" Target="../tags/tag164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167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tags" Target="../tags/tag170.xml"/><Relationship Id="rId7" Type="http://schemas.openxmlformats.org/officeDocument/2006/relationships/image" Target="../media/image1.png"/><Relationship Id="rId2" Type="http://schemas.openxmlformats.org/officeDocument/2006/relationships/tags" Target="../tags/tag169.xml"/><Relationship Id="rId1" Type="http://schemas.openxmlformats.org/officeDocument/2006/relationships/tags" Target="../tags/tag16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2.xml"/><Relationship Id="rId4" Type="http://schemas.openxmlformats.org/officeDocument/2006/relationships/tags" Target="../tags/tag17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OGO PROTECTION" hidden="1">
            <a:extLst>
              <a:ext uri="{FF2B5EF4-FFF2-40B4-BE49-F238E27FC236}">
                <a16:creationId xmlns:a16="http://schemas.microsoft.com/office/drawing/2014/main" id="{193C101A-31DD-4FCB-8E69-ED3C115F16E0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8" name="Background White">
            <a:extLst>
              <a:ext uri="{FF2B5EF4-FFF2-40B4-BE49-F238E27FC236}">
                <a16:creationId xmlns:a16="http://schemas.microsoft.com/office/drawing/2014/main" id="{9FD1694A-5725-40E5-AC10-2A7A68B981E5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23" name="Crystal Picture Placeholder">
            <a:extLst>
              <a:ext uri="{FF2B5EF4-FFF2-40B4-BE49-F238E27FC236}">
                <a16:creationId xmlns:a16="http://schemas.microsoft.com/office/drawing/2014/main" id="{5805FCC4-D045-0733-8C95-81CAFF95804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" y="2"/>
            <a:ext cx="12191999" cy="3743997"/>
          </a:xfrm>
          <a:custGeom>
            <a:avLst/>
            <a:gdLst>
              <a:gd name="connsiteX0" fmla="*/ 0 w 12191999"/>
              <a:gd name="connsiteY0" fmla="*/ 0 h 3743997"/>
              <a:gd name="connsiteX1" fmla="*/ 12191999 w 12191999"/>
              <a:gd name="connsiteY1" fmla="*/ 0 h 3743997"/>
              <a:gd name="connsiteX2" fmla="*/ 12191999 w 12191999"/>
              <a:gd name="connsiteY2" fmla="*/ 3726156 h 3743997"/>
              <a:gd name="connsiteX3" fmla="*/ 3063660 w 12191999"/>
              <a:gd name="connsiteY3" fmla="*/ 2179105 h 3743997"/>
              <a:gd name="connsiteX4" fmla="*/ 387 w 12191999"/>
              <a:gd name="connsiteY4" fmla="*/ 3726157 h 3743997"/>
              <a:gd name="connsiteX5" fmla="*/ 387 w 12191999"/>
              <a:gd name="connsiteY5" fmla="*/ 3743997 h 3743997"/>
              <a:gd name="connsiteX6" fmla="*/ 0 w 12191999"/>
              <a:gd name="connsiteY6" fmla="*/ 3743997 h 3743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743997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743997"/>
                </a:lnTo>
                <a:lnTo>
                  <a:pt x="0" y="3743997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 wrap="square" tIns="1296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de-DE"/>
          </a:p>
        </p:txBody>
      </p:sp>
      <p:sp>
        <p:nvSpPr>
          <p:cNvPr id="30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951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26638A09-FAF0-40AC-917E-C2B12C875E5A}"/>
              </a:ext>
            </a:extLst>
          </p:cNvPr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624000" y="4163051"/>
            <a:ext cx="8280000" cy="1118901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9" name="empower_classification_attention_placeholder" hidden="1">
            <a:extLst>
              <a:ext uri="{FF2B5EF4-FFF2-40B4-BE49-F238E27FC236}">
                <a16:creationId xmlns:a16="http://schemas.microsoft.com/office/drawing/2014/main" id="{542ADA73-329E-4D35-A040-712B75800F88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0314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classification_placeholder">
            <a:extLst>
              <a:ext uri="{FF2B5EF4-FFF2-40B4-BE49-F238E27FC236}">
                <a16:creationId xmlns:a16="http://schemas.microsoft.com/office/drawing/2014/main" id="{2D16A7B9-CA23-4C66-B2AF-3682EAAE815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0314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FE25D73-2664-463A-AF80-DF3E4E2CB8B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0314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raft_placeholder" hidden="1">
            <a:extLst>
              <a:ext uri="{FF2B5EF4-FFF2-40B4-BE49-F238E27FC236}">
                <a16:creationId xmlns:a16="http://schemas.microsoft.com/office/drawing/2014/main" id="{9769B1E2-E46B-4957-AEBB-2CD1EAF09328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MIO_AGENDA_IGNORE_NAVIGATION" hidden="1">
            <a:extLst>
              <a:ext uri="{FF2B5EF4-FFF2-40B4-BE49-F238E27FC236}">
                <a16:creationId xmlns:a16="http://schemas.microsoft.com/office/drawing/2014/main" id="{03AF05FD-8ED3-440D-B616-18664CA13DD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E0053FF2-2ADB-4CE0-850C-04ADE25DFF5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17" name="Date Placeholder 16" hidden="1">
            <a:extLst>
              <a:ext uri="{FF2B5EF4-FFF2-40B4-BE49-F238E27FC236}">
                <a16:creationId xmlns:a16="http://schemas.microsoft.com/office/drawing/2014/main" id="{B19EA23C-BCB4-4E72-A8B3-AFF05FD396BC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8" name="Footer Placeholder 17" hidden="1">
            <a:extLst>
              <a:ext uri="{FF2B5EF4-FFF2-40B4-BE49-F238E27FC236}">
                <a16:creationId xmlns:a16="http://schemas.microsoft.com/office/drawing/2014/main" id="{271BB539-26D3-4B9C-9F13-4E382668BE89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Slide Number Placeholder 18" hidden="1">
            <a:extLst>
              <a:ext uri="{FF2B5EF4-FFF2-40B4-BE49-F238E27FC236}">
                <a16:creationId xmlns:a16="http://schemas.microsoft.com/office/drawing/2014/main" id="{970E7400-5A78-4596-8A13-DC8308CA511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370ED20-2DD7-4652-95B4-6C73AD11EB7F}"/>
              </a:ext>
            </a:extLst>
          </p:cNvPr>
          <p:cNvSpPr/>
          <p:nvPr userDrawn="1">
            <p:custDataLst>
              <p:tags r:id="rId10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92DC6926-96FF-4BB1-823E-5F2FFE796E7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361232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501C1CF0-6452-4D4E-9BC7-65EADBD5EEC4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Background White">
            <a:extLst>
              <a:ext uri="{FF2B5EF4-FFF2-40B4-BE49-F238E27FC236}">
                <a16:creationId xmlns:a16="http://schemas.microsoft.com/office/drawing/2014/main" id="{FBA286CB-2DB7-49EA-ABB9-E63BB6315EDB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7" name="Crystal Picture Placeholder">
            <a:extLst>
              <a:ext uri="{FF2B5EF4-FFF2-40B4-BE49-F238E27FC236}">
                <a16:creationId xmlns:a16="http://schemas.microsoft.com/office/drawing/2014/main" id="{2B034C47-A659-3457-E1A7-79A7F521356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-1" y="0"/>
            <a:ext cx="5205158" cy="6858000"/>
          </a:xfrm>
          <a:custGeom>
            <a:avLst/>
            <a:gdLst>
              <a:gd name="connsiteX0" fmla="*/ 0 w 5205158"/>
              <a:gd name="connsiteY0" fmla="*/ 0 h 6858000"/>
              <a:gd name="connsiteX1" fmla="*/ 4377139 w 5205158"/>
              <a:gd name="connsiteY1" fmla="*/ 0 h 6858000"/>
              <a:gd name="connsiteX2" fmla="*/ 5205158 w 5205158"/>
              <a:gd name="connsiteY2" fmla="*/ 1713978 h 6858000"/>
              <a:gd name="connsiteX3" fmla="*/ 4370092 w 5205158"/>
              <a:gd name="connsiteY3" fmla="*/ 6858000 h 6858000"/>
              <a:gd name="connsiteX4" fmla="*/ 0 w 5205158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05158" h="6858000">
                <a:moveTo>
                  <a:pt x="0" y="0"/>
                </a:moveTo>
                <a:lnTo>
                  <a:pt x="4377139" y="0"/>
                </a:lnTo>
                <a:lnTo>
                  <a:pt x="5205158" y="1713978"/>
                </a:lnTo>
                <a:lnTo>
                  <a:pt x="4370092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2700000">
            <a:noAutofit/>
          </a:bodyPr>
          <a:lstStyle>
            <a:lvl1pPr marL="0" indent="0" algn="ctr" rtl="0">
              <a:buNone/>
              <a:defRPr/>
            </a:lvl1pPr>
          </a:lstStyle>
          <a:p>
            <a:r>
              <a:rPr lang="en-GB"/>
              <a:t>Click icon to add picture</a:t>
            </a:r>
            <a:endParaRPr lang="de-DE"/>
          </a:p>
        </p:txBody>
      </p:sp>
      <p:sp>
        <p:nvSpPr>
          <p:cNvPr id="35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5808608" y="3790101"/>
            <a:ext cx="576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0926292C-4FD6-404F-8149-3EB0B4DF87B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5808608" y="1757203"/>
            <a:ext cx="5760000" cy="1672899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275E4ACD-2699-4EB4-B72E-2EBE63C205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808608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2E1A11AC-1395-4E21-827C-BF03F1350E7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808608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8A1DAB4F-0FA1-4116-AD11-2FAD7B4CA74A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8328521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6199DA7C-0CA0-4D66-B211-C7E7EAED824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7464565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77B7EDDE-B2BF-41DF-B12E-29C55B064D28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77CD087C-DFE1-43D5-AF8C-29BB0B90F67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8A2B950C-C584-4156-BAA9-284D4A5BB0F4}"/>
              </a:ext>
            </a:extLst>
          </p:cNvPr>
          <p:cNvSpPr>
            <a:spLocks noGrp="1"/>
          </p:cNvSpPr>
          <p:nvPr>
            <p:ph type="dt" sz="half" idx="19"/>
            <p:custDataLst>
              <p:tags r:id="rId7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7" name="Footer Placeholder 16" hidden="1">
            <a:extLst>
              <a:ext uri="{FF2B5EF4-FFF2-40B4-BE49-F238E27FC236}">
                <a16:creationId xmlns:a16="http://schemas.microsoft.com/office/drawing/2014/main" id="{05BA39DF-1C65-465A-9ECA-C35A3F0705E9}"/>
              </a:ext>
            </a:extLst>
          </p:cNvPr>
          <p:cNvSpPr>
            <a:spLocks noGrp="1"/>
          </p:cNvSpPr>
          <p:nvPr>
            <p:ph type="ftr" sz="quarter" idx="20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237973C6-0D90-4AEE-BB6E-AE4A8B5BA26B}"/>
              </a:ext>
            </a:extLst>
          </p:cNvPr>
          <p:cNvSpPr>
            <a:spLocks noGrp="1"/>
          </p:cNvSpPr>
          <p:nvPr>
            <p:ph type="sldNum" sz="quarter" idx="21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D727B4D6-DF5E-49B7-A837-D207551F22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A2558C1A-A4CE-495C-941B-21CFE7DE6C24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423285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4A951B-0B3C-4A20-86D2-B3C8F8FB9563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Background White">
            <a:extLst>
              <a:ext uri="{FF2B5EF4-FFF2-40B4-BE49-F238E27FC236}">
                <a16:creationId xmlns:a16="http://schemas.microsoft.com/office/drawing/2014/main" id="{1FBC75BD-957B-1EC7-B3A9-8C67FC480706}"/>
              </a:ext>
            </a:extLst>
          </p:cNvPr>
          <p:cNvSpPr/>
          <p:nvPr userDrawn="1"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rtl="0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3" name="Crystal Shape">
            <a:extLst>
              <a:ext uri="{FF2B5EF4-FFF2-40B4-BE49-F238E27FC236}">
                <a16:creationId xmlns:a16="http://schemas.microsoft.com/office/drawing/2014/main" id="{2EA7ACC0-9174-0F6F-0B3E-9FE773D0A408}"/>
              </a:ext>
            </a:extLst>
          </p:cNvPr>
          <p:cNvSpPr/>
          <p:nvPr userDrawn="1"/>
        </p:nvSpPr>
        <p:spPr bwMode="auto">
          <a:xfrm>
            <a:off x="2" y="1"/>
            <a:ext cx="12191999" cy="3932241"/>
          </a:xfrm>
          <a:custGeom>
            <a:avLst/>
            <a:gdLst>
              <a:gd name="connsiteX0" fmla="*/ 0 w 12191999"/>
              <a:gd name="connsiteY0" fmla="*/ 0 h 3932241"/>
              <a:gd name="connsiteX1" fmla="*/ 12191999 w 12191999"/>
              <a:gd name="connsiteY1" fmla="*/ 0 h 3932241"/>
              <a:gd name="connsiteX2" fmla="*/ 12191999 w 12191999"/>
              <a:gd name="connsiteY2" fmla="*/ 3726156 h 3932241"/>
              <a:gd name="connsiteX3" fmla="*/ 3063660 w 12191999"/>
              <a:gd name="connsiteY3" fmla="*/ 2179105 h 3932241"/>
              <a:gd name="connsiteX4" fmla="*/ 387 w 12191999"/>
              <a:gd name="connsiteY4" fmla="*/ 3726157 h 3932241"/>
              <a:gd name="connsiteX5" fmla="*/ 387 w 12191999"/>
              <a:gd name="connsiteY5" fmla="*/ 3932241 h 3932241"/>
              <a:gd name="connsiteX6" fmla="*/ 0 w 12191999"/>
              <a:gd name="connsiteY6" fmla="*/ 3932241 h 3932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932241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932241"/>
                </a:lnTo>
                <a:lnTo>
                  <a:pt x="0" y="3932241"/>
                </a:lnTo>
                <a:close/>
              </a:path>
            </a:pathLst>
          </a:cu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 defTabSz="576000" rtl="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6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200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DDFB9099-E080-4657-A124-1583A7385081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24001" y="4161599"/>
            <a:ext cx="8280000" cy="1119600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597455C0-1C86-4D66-BC01-C39FC063630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F2A69E30-B66A-4640-A0FD-5D2C3EE160B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96E39437-30C8-4D2C-BDE0-D743E3FA80DD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4B8FCDCD-762A-43C6-901A-F85ED8B716CE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E1EDD075-E4C7-4D42-B9EA-266CAA36278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CHAPTER_REFERENCE" hidden="1">
            <a:extLst>
              <a:ext uri="{FF2B5EF4-FFF2-40B4-BE49-F238E27FC236}">
                <a16:creationId xmlns:a16="http://schemas.microsoft.com/office/drawing/2014/main" id="{69714F47-DD62-4063-BF75-AE10B75ACD2F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C4801112-C226-4D1B-8109-89A1EA6E6950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7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7" name="Footer Placeholder 16" hidden="1">
            <a:extLst>
              <a:ext uri="{FF2B5EF4-FFF2-40B4-BE49-F238E27FC236}">
                <a16:creationId xmlns:a16="http://schemas.microsoft.com/office/drawing/2014/main" id="{4A132925-95FA-4753-A3A8-100A8B4A5840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90BC69B8-D726-4EBC-AE1A-053251677C8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3B046A58-B894-4C62-9312-C4EF9EDFF3F0}"/>
              </a:ext>
            </a:extLst>
          </p:cNvPr>
          <p:cNvSpPr/>
          <p:nvPr userDrawn="1">
            <p:custDataLst>
              <p:tags r:id="rId10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0090C8BE-0F32-4CF4-BB5D-F435E6072DCB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91533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mpower_additionalText_placeholder" hidden="1">
            <a:extLst>
              <a:ext uri="{FF2B5EF4-FFF2-40B4-BE49-F238E27FC236}">
                <a16:creationId xmlns:a16="http://schemas.microsoft.com/office/drawing/2014/main" id="{93F7048C-8316-453D-8883-8716B78B030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19AD8A63-6441-49F3-BD90-8D4DF9E47EE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7EE7D08-6A4F-4583-B0FB-2642238529C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BBB3932D-D47B-4955-93EE-467AC52E4E27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BB857729-3B9C-45BF-8F44-236D56EED40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ED12D396-6789-4220-B5FF-8F4E755A3C76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807386D-5007-41B0-8720-8A575EEBAF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F5FE3C92-21D9-4EC7-8208-A5BA097E9D7D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D1F9AA12-4C8C-4488-AF38-E06943B19AA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971F8BAB-E178-4122-ADFD-FE4894CC864F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 hidden="1">
            <a:extLst>
              <a:ext uri="{FF2B5EF4-FFF2-40B4-BE49-F238E27FC236}">
                <a16:creationId xmlns:a16="http://schemas.microsoft.com/office/drawing/2014/main" id="{F4BB077B-5178-4306-A596-17CDBFA21A56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D23B78-ED4D-4135-B16E-F5097554D30C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C044B785-0077-881B-E76D-6B81CD356347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18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15" orient="horz" pos="79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|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mpower_additionalText_placeholder" hidden="1">
            <a:extLst>
              <a:ext uri="{FF2B5EF4-FFF2-40B4-BE49-F238E27FC236}">
                <a16:creationId xmlns:a16="http://schemas.microsoft.com/office/drawing/2014/main" id="{9D9C4037-B0BC-4E62-B476-A41D0440655D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BEA6DD0-FBBB-494B-9C03-C447E71492A5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3" name="empower_proprietary_placeholder" hidden="1">
            <a:extLst>
              <a:ext uri="{FF2B5EF4-FFF2-40B4-BE49-F238E27FC236}">
                <a16:creationId xmlns:a16="http://schemas.microsoft.com/office/drawing/2014/main" id="{295E96AB-B6AB-4A8B-A097-6438B2DA5C5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5" name="empower_draft_placeholder" hidden="1">
            <a:extLst>
              <a:ext uri="{FF2B5EF4-FFF2-40B4-BE49-F238E27FC236}">
                <a16:creationId xmlns:a16="http://schemas.microsoft.com/office/drawing/2014/main" id="{0B3EC6CF-5868-40BD-BF1B-882B13F49F5C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7" name="empower_footer_placeholder">
            <a:extLst>
              <a:ext uri="{FF2B5EF4-FFF2-40B4-BE49-F238E27FC236}">
                <a16:creationId xmlns:a16="http://schemas.microsoft.com/office/drawing/2014/main" id="{FE09BAC5-F3BC-4C51-A794-098F4099C052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19" name="empower_classification_attention_placeholder" hidden="1">
            <a:extLst>
              <a:ext uri="{FF2B5EF4-FFF2-40B4-BE49-F238E27FC236}">
                <a16:creationId xmlns:a16="http://schemas.microsoft.com/office/drawing/2014/main" id="{E695FB18-B641-433F-A03A-D58B93F377B4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0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209D2CA-FDE2-4B12-9D75-213CCFE3FA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9" name="LOGO PROTECTION" hidden="1">
            <a:extLst>
              <a:ext uri="{FF2B5EF4-FFF2-40B4-BE49-F238E27FC236}">
                <a16:creationId xmlns:a16="http://schemas.microsoft.com/office/drawing/2014/main" id="{DF1FB678-4F92-45E5-9B25-2B5FE93A0952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B8A1C3-E607-4E28-91A1-A973183FE78F}"/>
              </a:ext>
            </a:extLst>
          </p:cNvPr>
          <p:cNvSpPr>
            <a:spLocks noGrp="1"/>
          </p:cNvSpPr>
          <p:nvPr>
            <p:ph type="dt" sz="half" idx="14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0" name="Footer Placeholder 9" hidden="1">
            <a:extLst>
              <a:ext uri="{FF2B5EF4-FFF2-40B4-BE49-F238E27FC236}">
                <a16:creationId xmlns:a16="http://schemas.microsoft.com/office/drawing/2014/main" id="{6B901E0B-D453-4CEB-8C35-51C25A27F89D}"/>
              </a:ext>
            </a:extLst>
          </p:cNvPr>
          <p:cNvSpPr>
            <a:spLocks noGrp="1"/>
          </p:cNvSpPr>
          <p:nvPr>
            <p:ph type="ftr" sz="quarter" idx="15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 hidden="1">
            <a:extLst>
              <a:ext uri="{FF2B5EF4-FFF2-40B4-BE49-F238E27FC236}">
                <a16:creationId xmlns:a16="http://schemas.microsoft.com/office/drawing/2014/main" id="{212E0C1A-F772-4C8C-B2E7-03887DA46ED9}"/>
              </a:ext>
            </a:extLst>
          </p:cNvPr>
          <p:cNvSpPr>
            <a:spLocks noGrp="1"/>
          </p:cNvSpPr>
          <p:nvPr>
            <p:ph type="sldNum" sz="quarter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0BE19B5-FA3E-481C-ACF3-046C2AA8A91D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BF7387C6-3259-3116-D5D9-53D091E64C50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18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7469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799">
          <p15:clr>
            <a:srgbClr val="FBAE40"/>
          </p15:clr>
        </p15:guide>
        <p15:guide id="4" orient="horz" pos="402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FD35C554-56A1-4651-98F3-FC19B8770A8A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ocument_placeholder" hidden="1">
            <a:extLst>
              <a:ext uri="{FF2B5EF4-FFF2-40B4-BE49-F238E27FC236}">
                <a16:creationId xmlns:a16="http://schemas.microsoft.com/office/drawing/2014/main" id="{4FA374A8-328C-4586-BEF8-CF0921FBF7D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4" name="empower_proprietary_placeholder" hidden="1">
            <a:extLst>
              <a:ext uri="{FF2B5EF4-FFF2-40B4-BE49-F238E27FC236}">
                <a16:creationId xmlns:a16="http://schemas.microsoft.com/office/drawing/2014/main" id="{AEB670C2-21D6-4210-BA37-DF3C9B9933BC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  <a:endParaRPr lang="en-US" sz="8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draft_placeholder" hidden="1">
            <a:extLst>
              <a:ext uri="{FF2B5EF4-FFF2-40B4-BE49-F238E27FC236}">
                <a16:creationId xmlns:a16="http://schemas.microsoft.com/office/drawing/2014/main" id="{21B71886-0324-4B36-AA82-C90CF46385B2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" name="empower_footer_placeholder">
            <a:extLst>
              <a:ext uri="{FF2B5EF4-FFF2-40B4-BE49-F238E27FC236}">
                <a16:creationId xmlns:a16="http://schemas.microsoft.com/office/drawing/2014/main" id="{DC9834AE-8B30-477E-8C87-5F8E7D7B17A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0" name="empower_classification_attention_placeholder" hidden="1">
            <a:extLst>
              <a:ext uri="{FF2B5EF4-FFF2-40B4-BE49-F238E27FC236}">
                <a16:creationId xmlns:a16="http://schemas.microsoft.com/office/drawing/2014/main" id="{B5FD8F85-4CB3-489A-86B2-4ABCB308F30D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5688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Right"/>
          <p:cNvSpPr>
            <a:spLocks noGrp="1"/>
          </p:cNvSpPr>
          <p:nvPr>
            <p:ph sz="quarter" idx="14" hasCustomPrompt="1"/>
          </p:nvPr>
        </p:nvSpPr>
        <p:spPr>
          <a:xfrm>
            <a:off x="6167439" y="1268414"/>
            <a:ext cx="5689202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73E7DFD-EB78-498B-97A4-CE06BA4BEC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D623209F-EEBF-4451-AF99-363F6EA35F67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9850AB63-C5F5-4BA2-A73E-BB668324B70F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1" name="Footer Placeholder 10" hidden="1">
            <a:extLst>
              <a:ext uri="{FF2B5EF4-FFF2-40B4-BE49-F238E27FC236}">
                <a16:creationId xmlns:a16="http://schemas.microsoft.com/office/drawing/2014/main" id="{ED18627F-EDFA-45CA-A572-C60F0E37473A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 hidden="1">
            <a:extLst>
              <a:ext uri="{FF2B5EF4-FFF2-40B4-BE49-F238E27FC236}">
                <a16:creationId xmlns:a16="http://schemas.microsoft.com/office/drawing/2014/main" id="{E2FA0071-6D08-45B0-AF4E-22BFCF09E76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673026AB-61DE-4BDA-8F8E-CCC68BAAE095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B75758AD-79FD-2DB5-0FC1-80FA1F0042A2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18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7469">
          <p15:clr>
            <a:srgbClr val="FBAE40"/>
          </p15:clr>
        </p15:guide>
        <p15:guide id="3" pos="3795">
          <p15:clr>
            <a:srgbClr val="FBAE40"/>
          </p15:clr>
        </p15:guide>
        <p15:guide id="4" pos="211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Crystal Shape">
            <a:extLst>
              <a:ext uri="{FF2B5EF4-FFF2-40B4-BE49-F238E27FC236}">
                <a16:creationId xmlns:a16="http://schemas.microsoft.com/office/drawing/2014/main" id="{3FBBF7BF-BA7F-647C-39AB-CEDA0092AA91}"/>
              </a:ext>
            </a:extLst>
          </p:cNvPr>
          <p:cNvSpPr/>
          <p:nvPr userDrawn="1"/>
        </p:nvSpPr>
        <p:spPr>
          <a:xfrm rot="5400000">
            <a:off x="1207129" y="-1234005"/>
            <a:ext cx="6878637" cy="9330464"/>
          </a:xfrm>
          <a:custGeom>
            <a:avLst/>
            <a:gdLst>
              <a:gd name="connsiteX0" fmla="*/ 0 w 6870543"/>
              <a:gd name="connsiteY0" fmla="*/ 727877 h 5591944"/>
              <a:gd name="connsiteX1" fmla="*/ 1726296 w 6870543"/>
              <a:gd name="connsiteY1" fmla="*/ 0 h 5591944"/>
              <a:gd name="connsiteX2" fmla="*/ 6870543 w 6870543"/>
              <a:gd name="connsiteY2" fmla="*/ 1136853 h 5591944"/>
              <a:gd name="connsiteX3" fmla="*/ 6870543 w 6870543"/>
              <a:gd name="connsiteY3" fmla="*/ 5591944 h 5591944"/>
              <a:gd name="connsiteX4" fmla="*/ 0 w 6870543"/>
              <a:gd name="connsiteY4" fmla="*/ 5591944 h 5591944"/>
              <a:gd name="connsiteX5" fmla="*/ 0 w 6870543"/>
              <a:gd name="connsiteY5" fmla="*/ 727877 h 5591944"/>
              <a:gd name="connsiteX0" fmla="*/ 0 w 6870545"/>
              <a:gd name="connsiteY0" fmla="*/ 727877 h 9322375"/>
              <a:gd name="connsiteX1" fmla="*/ 1726296 w 6870545"/>
              <a:gd name="connsiteY1" fmla="*/ 0 h 9322375"/>
              <a:gd name="connsiteX2" fmla="*/ 6870543 w 6870545"/>
              <a:gd name="connsiteY2" fmla="*/ 1136853 h 9322375"/>
              <a:gd name="connsiteX3" fmla="*/ 6870545 w 6870545"/>
              <a:gd name="connsiteY3" fmla="*/ 9322375 h 9322375"/>
              <a:gd name="connsiteX4" fmla="*/ 0 w 6870545"/>
              <a:gd name="connsiteY4" fmla="*/ 5591944 h 9322375"/>
              <a:gd name="connsiteX5" fmla="*/ 0 w 6870545"/>
              <a:gd name="connsiteY5" fmla="*/ 727877 h 9322375"/>
              <a:gd name="connsiteX0" fmla="*/ 8092 w 6878637"/>
              <a:gd name="connsiteY0" fmla="*/ 727877 h 9330464"/>
              <a:gd name="connsiteX1" fmla="*/ 1734388 w 6878637"/>
              <a:gd name="connsiteY1" fmla="*/ 0 h 9330464"/>
              <a:gd name="connsiteX2" fmla="*/ 6878635 w 6878637"/>
              <a:gd name="connsiteY2" fmla="*/ 1136853 h 9330464"/>
              <a:gd name="connsiteX3" fmla="*/ 6878637 w 6878637"/>
              <a:gd name="connsiteY3" fmla="*/ 9322375 h 9330464"/>
              <a:gd name="connsiteX4" fmla="*/ 0 w 6878637"/>
              <a:gd name="connsiteY4" fmla="*/ 9330464 h 9330464"/>
              <a:gd name="connsiteX5" fmla="*/ 8092 w 6878637"/>
              <a:gd name="connsiteY5" fmla="*/ 727877 h 9330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78637" h="9330464">
                <a:moveTo>
                  <a:pt x="8092" y="727877"/>
                </a:moveTo>
                <a:lnTo>
                  <a:pt x="1734388" y="0"/>
                </a:lnTo>
                <a:lnTo>
                  <a:pt x="6878635" y="1136853"/>
                </a:lnTo>
                <a:cubicBezTo>
                  <a:pt x="6878636" y="3865360"/>
                  <a:pt x="6878636" y="6593868"/>
                  <a:pt x="6878637" y="9322375"/>
                </a:cubicBezTo>
                <a:lnTo>
                  <a:pt x="0" y="9330464"/>
                </a:lnTo>
                <a:cubicBezTo>
                  <a:pt x="2697" y="6462935"/>
                  <a:pt x="5395" y="3595406"/>
                  <a:pt x="8092" y="727877"/>
                </a:cubicBez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048F1C-4756-47EC-8B66-DB56E576453D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554E90-4FD5-45B2-A49A-214245B7F6D7}"/>
              </a:ext>
            </a:extLst>
          </p:cNvPr>
          <p:cNvSpPr/>
          <p:nvPr userDrawn="1">
            <p:custDataLst>
              <p:tags r:id="rId5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7074326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Crystal Shape">
            <a:extLst>
              <a:ext uri="{FF2B5EF4-FFF2-40B4-BE49-F238E27FC236}">
                <a16:creationId xmlns:a16="http://schemas.microsoft.com/office/drawing/2014/main" id="{63F28C96-D1D9-271E-B326-A1C4DC6BC78F}"/>
              </a:ext>
            </a:extLst>
          </p:cNvPr>
          <p:cNvSpPr/>
          <p:nvPr userDrawn="1"/>
        </p:nvSpPr>
        <p:spPr>
          <a:xfrm rot="16200000">
            <a:off x="6866258" y="1532259"/>
            <a:ext cx="6857999" cy="3793483"/>
          </a:xfrm>
          <a:custGeom>
            <a:avLst/>
            <a:gdLst>
              <a:gd name="connsiteX0" fmla="*/ 6857999 w 6857999"/>
              <a:gd name="connsiteY0" fmla="*/ 1129077 h 3793483"/>
              <a:gd name="connsiteX1" fmla="*/ 6857999 w 6857999"/>
              <a:gd name="connsiteY1" fmla="*/ 3792536 h 3793483"/>
              <a:gd name="connsiteX2" fmla="*/ 0 w 6857999"/>
              <a:gd name="connsiteY2" fmla="*/ 3793483 h 3793483"/>
              <a:gd name="connsiteX3" fmla="*/ 0 w 6857999"/>
              <a:gd name="connsiteY3" fmla="*/ 729579 h 3793483"/>
              <a:gd name="connsiteX4" fmla="*/ 1748945 w 6857999"/>
              <a:gd name="connsiteY4" fmla="*/ 0 h 3793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99" h="3793483">
                <a:moveTo>
                  <a:pt x="6857999" y="1129077"/>
                </a:moveTo>
                <a:lnTo>
                  <a:pt x="6857999" y="3792536"/>
                </a:lnTo>
                <a:lnTo>
                  <a:pt x="0" y="3793483"/>
                </a:lnTo>
                <a:lnTo>
                  <a:pt x="0" y="729579"/>
                </a:lnTo>
                <a:lnTo>
                  <a:pt x="1748945" y="0"/>
                </a:ln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dirty="0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pic>
        <p:nvPicPr>
          <p:cNvPr id="14" name="LOGO">
            <a:extLst>
              <a:ext uri="{FF2B5EF4-FFF2-40B4-BE49-F238E27FC236}">
                <a16:creationId xmlns:a16="http://schemas.microsoft.com/office/drawing/2014/main" id="{E2919660-0784-4B00-9836-7A695159097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47271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8B1B7AE2-264A-4900-9F60-CC5615C90F03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F2DD26D5-8427-4844-992F-AA5F995450F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879A7BCC-64D2-4276-855E-685546620EF5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B8FD1BFA-BD00-4A1A-9BEE-984BDA7A138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0C951CC-CB9B-43AC-8395-FB2751814E0F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0FDEE340-AE14-4EB2-8F0B-840A5F5E2FB9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Top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Top Right"/>
          <p:cNvSpPr>
            <a:spLocks noGrp="1"/>
          </p:cNvSpPr>
          <p:nvPr>
            <p:ph sz="quarter" idx="14" hasCustomPrompt="1"/>
          </p:nvPr>
        </p:nvSpPr>
        <p:spPr>
          <a:xfrm>
            <a:off x="6166799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Left"/>
          <p:cNvSpPr>
            <a:spLocks noGrp="1"/>
          </p:cNvSpPr>
          <p:nvPr>
            <p:ph sz="quarter" idx="15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Content Bottom Right"/>
          <p:cNvSpPr>
            <a:spLocks noGrp="1"/>
          </p:cNvSpPr>
          <p:nvPr>
            <p:ph sz="quarter" idx="16" hasCustomPrompt="1"/>
          </p:nvPr>
        </p:nvSpPr>
        <p:spPr>
          <a:xfrm>
            <a:off x="6166799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034893-5E9F-45A3-8C16-98C9F6C02B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4ED1F400-5A94-4F05-84F8-53C80E7C434C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C8E721-6FC1-4A4E-9559-94502407157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9885E48-72F6-4042-BF62-A49ACDF10504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242B527-F278-4C5E-9E24-C19CDFEB73B1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4E976BE-C7DE-4FCF-9535-07568046A13E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19AF796A-D72D-AA37-2391-1215458EA1DB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18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211">
          <p15:clr>
            <a:srgbClr val="FBAE40"/>
          </p15:clr>
        </p15:guide>
        <p15:guide id="3" pos="3885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  <p15:guide id="7" orient="horz" pos="2273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Row |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ECAA0892-68E2-4E2E-9B18-4A8DC40F0E11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D16A0514-897C-427C-A5CD-34FCB4F6BF1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A6FCF5E5-2935-4FDA-903C-EA43A699BD8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115A00C6-A501-466D-A34B-23C1071DA39E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0C8DD3BC-73D2-4101-B037-359F1B42B434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D39CEC28-75A6-43F3-9DE9-2436F3F4D9C6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11520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Bottom Left"/>
          <p:cNvSpPr>
            <a:spLocks noGrp="1"/>
          </p:cNvSpPr>
          <p:nvPr>
            <p:ph sz="quarter" idx="14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Right"/>
          <p:cNvSpPr>
            <a:spLocks noGrp="1"/>
          </p:cNvSpPr>
          <p:nvPr>
            <p:ph sz="quarter" idx="15" hasCustomPrompt="1"/>
          </p:nvPr>
        </p:nvSpPr>
        <p:spPr>
          <a:xfrm>
            <a:off x="6166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ADACDEE-D42E-4EEF-8504-614B0FC9EF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F595BB6-F050-434C-AF4B-533D75C5E5D3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ABBB783-BFC3-406F-9AE2-14E6D55F43A3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7DAA9CDC-CAD4-4554-97D9-7059E95FE638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07C82FBB-C728-405A-8E31-DE02DA8D9177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03708507-303A-4696-8A49-D64DA70EAF1B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14B67E68-C099-C03F-B134-B90F3E1E1897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18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2273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orient="horz" pos="4020">
          <p15:clr>
            <a:srgbClr val="FBAE40"/>
          </p15:clr>
        </p15:guide>
        <p15:guide id="4" pos="7469">
          <p15:clr>
            <a:srgbClr val="FBAE40"/>
          </p15:clr>
        </p15:guide>
        <p15:guide id="5" pos="3885">
          <p15:clr>
            <a:srgbClr val="FBAE40"/>
          </p15:clr>
        </p15:guide>
        <p15:guide id="6" pos="3795">
          <p15:clr>
            <a:srgbClr val="FBAE40"/>
          </p15:clr>
        </p15:guide>
        <p15:guide id="7" pos="211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Row | 2 columns | 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C812AE9A-81D7-4AE8-BC9F-85686450823C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A8D3527-E357-41F9-99D1-BCEAEC88D7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3A1A2EC5-F603-4F90-ADD8-B8933F3B810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FA03A6F0-5545-409D-93A9-5E09698484A1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97E57A33-CDFD-4C72-B657-882682DACB1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5A896D99-24DF-4F81-9EC3-37F5EF05FFED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433" y="1268412"/>
            <a:ext cx="11521280" cy="126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Center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 Right"/>
          <p:cNvSpPr>
            <a:spLocks noGrp="1"/>
          </p:cNvSpPr>
          <p:nvPr>
            <p:ph sz="quarter" idx="15" hasCustomPrompt="1"/>
          </p:nvPr>
        </p:nvSpPr>
        <p:spPr>
          <a:xfrm>
            <a:off x="6167437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Bottom"/>
          <p:cNvSpPr>
            <a:spLocks noGrp="1"/>
          </p:cNvSpPr>
          <p:nvPr>
            <p:ph sz="quarter" idx="16" hasCustomPrompt="1"/>
          </p:nvPr>
        </p:nvSpPr>
        <p:spPr>
          <a:xfrm>
            <a:off x="334433" y="5085186"/>
            <a:ext cx="11521280" cy="1296567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2CB6C61-472A-4F78-8808-601D74D8D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878DF235-2AD8-4C82-A0BD-D1BDFC873704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A9104FB9-0912-4A0F-BBB7-DF055F82945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E424A36D-7777-4A82-B12F-96CE1F877678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E1CCD2B2-40D2-43D5-80C4-5322AD4033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1235F132-B0A2-4CF3-A146-5DF950DFB464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C4B7D92E-D7B4-688A-B110-49C4C3A2C4C8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18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3795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1593">
          <p15:clr>
            <a:srgbClr val="FBAE40"/>
          </p15:clr>
        </p15:guide>
        <p15:guide id="7" orient="horz" pos="1752">
          <p15:clr>
            <a:srgbClr val="FBAE40"/>
          </p15:clr>
        </p15:guide>
        <p15:guide id="8" orient="horz" pos="2999">
          <p15:clr>
            <a:srgbClr val="FBAE40"/>
          </p15:clr>
        </p15:guide>
        <p15:guide id="9" orient="horz" pos="3203">
          <p15:clr>
            <a:srgbClr val="FBAE40"/>
          </p15:clr>
        </p15:guide>
        <p15:guide id="10" orient="horz" pos="402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7FB993A8-52D6-439E-9FD7-796FB137109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112013B0-A00B-4A1F-90FB-E2E8B2F86D5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FC3769D5-91E6-43B0-BC4B-C0040A71CF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B0E0CB85-0435-4FEC-B2B6-D19200B6292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557CA6BF-F2F9-417F-A2FD-035F1FC8569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8C605CA2-9EAD-450F-BC1B-8D9AF92E5875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4E82CE8C-8E20-4C1A-B65C-F8A30CF5A153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3744384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Center"/>
          <p:cNvSpPr>
            <a:spLocks noGrp="1"/>
          </p:cNvSpPr>
          <p:nvPr>
            <p:ph sz="quarter" idx="14" hasCustomPrompt="1"/>
          </p:nvPr>
        </p:nvSpPr>
        <p:spPr>
          <a:xfrm>
            <a:off x="4262399" y="1268414"/>
            <a:ext cx="3672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Right"/>
          <p:cNvSpPr>
            <a:spLocks noGrp="1"/>
          </p:cNvSpPr>
          <p:nvPr>
            <p:ph sz="quarter" idx="15" hasCustomPrompt="1"/>
          </p:nvPr>
        </p:nvSpPr>
        <p:spPr>
          <a:xfrm>
            <a:off x="8113184" y="1268414"/>
            <a:ext cx="3744416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A635AE4-FE20-4282-BFFD-96EBDCED60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6E14A5B-9E91-4287-8D3D-9F9C469D8ECA}"/>
              </a:ext>
            </a:extLst>
          </p:cNvPr>
          <p:cNvSpPr/>
          <p:nvPr>
            <p:custDataLst>
              <p:tags r:id="rId8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210BD89C-2BAC-459E-A79D-05B6C0B33362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9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13A018B2-30A4-435D-A599-2BE57EAB5CBC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0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B6CA23A5-CFDD-4B39-B853-6A18A878BFBF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1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226441E8-60EA-42A3-B978-BA612ACACF40}"/>
              </a:ext>
            </a:extLst>
          </p:cNvPr>
          <p:cNvSpPr/>
          <p:nvPr userDrawn="1">
            <p:custDataLst>
              <p:tags r:id="rId12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20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pos="4997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511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Row |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488416C1-009C-4276-862C-859A39D89869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192327F-A51B-41E2-B3F1-79934B2829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EE529511-279F-4E8D-B98F-7745CB480D7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7712C297-5B52-4E05-AEC3-8C81F2A74EE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492E0D9-97C5-4A27-B585-4460769C4D6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EB4DD739-504C-48CA-BA98-DEE0B3A91EAB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1280" cy="1368425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1300"/>
            <a:ext cx="3744000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"/>
          <p:cNvSpPr>
            <a:spLocks noGrp="1"/>
          </p:cNvSpPr>
          <p:nvPr>
            <p:ph sz="quarter" idx="15" hasCustomPrompt="1"/>
          </p:nvPr>
        </p:nvSpPr>
        <p:spPr>
          <a:xfrm>
            <a:off x="4259262" y="2781300"/>
            <a:ext cx="3673475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Right"/>
          <p:cNvSpPr>
            <a:spLocks noGrp="1"/>
          </p:cNvSpPr>
          <p:nvPr>
            <p:ph sz="quarter" idx="16" hasCustomPrompt="1"/>
          </p:nvPr>
        </p:nvSpPr>
        <p:spPr>
          <a:xfrm>
            <a:off x="8113186" y="2781300"/>
            <a:ext cx="3744383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6C581746-1B2C-4D98-9755-6221A3ED9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7AAAECD1-71D2-46B6-BF2D-6007823BA888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A8AF054-4363-4E54-A605-8A5E7CD05422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C839DAF8-6F4C-441B-B45B-348B7EA8B4B3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CBA086A-526B-43F0-BEDE-EC3219CC78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F76E7CBE-7230-4110-85FB-3718D4B81343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96D91D9E-694F-6997-0AA7-CA984BD4A4E4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18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4997">
          <p15:clr>
            <a:srgbClr val="FBAE40"/>
          </p15:clr>
        </p15:guide>
        <p15:guide id="2" pos="5110">
          <p15:clr>
            <a:srgbClr val="FBAE40"/>
          </p15:clr>
        </p15:guide>
        <p15:guide id="3" pos="7469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211">
          <p15:clr>
            <a:srgbClr val="FBAE40"/>
          </p15:clr>
        </p15:guide>
        <p15:guide id="7" orient="horz" pos="799">
          <p15:clr>
            <a:srgbClr val="FBAE40"/>
          </p15:clr>
        </p15:guide>
        <p15:guide id="8" orient="horz" pos="4020">
          <p15:clr>
            <a:srgbClr val="FBAE40"/>
          </p15:clr>
        </p15:guide>
        <p15:guide id="9" orient="horz" pos="1661">
          <p15:clr>
            <a:srgbClr val="FBAE40"/>
          </p15:clr>
        </p15:guide>
        <p15:guide id="10" orient="horz" pos="175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Media" preserve="1">
  <p:cSld name="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mpower_additionalText_placeholder" hidden="1">
            <a:extLst>
              <a:ext uri="{FF2B5EF4-FFF2-40B4-BE49-F238E27FC236}">
                <a16:creationId xmlns:a16="http://schemas.microsoft.com/office/drawing/2014/main" id="{5BFFD0DD-DDFD-422B-86D9-F164E68C053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DF070F93-7F88-456A-894C-885F8AC591A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9A5FF993-F527-4569-A066-E8D346767DE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09C3987-21ED-4B60-B90F-837FB1F2A7A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C33D0117-4C9D-47FC-BBAF-7D90814DB7C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40F47B66-9156-4480-85AF-99EB0563F553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8" name="Content Left">
            <a:extLst>
              <a:ext uri="{FF2B5EF4-FFF2-40B4-BE49-F238E27FC236}">
                <a16:creationId xmlns:a16="http://schemas.microsoft.com/office/drawing/2014/main" id="{371B7856-37AA-4EBD-9A28-1045DC90A92A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4799" y="1268414"/>
            <a:ext cx="2808000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Content Center Left">
            <a:extLst>
              <a:ext uri="{FF2B5EF4-FFF2-40B4-BE49-F238E27FC236}">
                <a16:creationId xmlns:a16="http://schemas.microsoft.com/office/drawing/2014/main" id="{AB4408A9-DF90-4D32-8AE8-9278539718C0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24225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Center Right">
            <a:extLst>
              <a:ext uri="{FF2B5EF4-FFF2-40B4-BE49-F238E27FC236}">
                <a16:creationId xmlns:a16="http://schemas.microsoft.com/office/drawing/2014/main" id="{FFF96914-9970-46DB-82A4-AB1B8011037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203950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" name="Content Right">
            <a:extLst>
              <a:ext uri="{FF2B5EF4-FFF2-40B4-BE49-F238E27FC236}">
                <a16:creationId xmlns:a16="http://schemas.microsoft.com/office/drawing/2014/main" id="{6803C6B1-D864-4BE6-AE1F-CA280F4DABD8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9048750" y="1268414"/>
            <a:ext cx="2807593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D773CC-FCEC-46C8-A75B-E70A26A7BF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FC67C23C-8514-4FAA-ABF5-040B63DA67C4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735BE885-8732-4220-942B-E6D8F286274D}"/>
              </a:ext>
            </a:extLst>
          </p:cNvPr>
          <p:cNvSpPr>
            <a:spLocks noGrp="1"/>
          </p:cNvSpPr>
          <p:nvPr>
            <p:ph type="dt" sz="half" idx="24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3" name="Footer Placeholder 12" hidden="1">
            <a:extLst>
              <a:ext uri="{FF2B5EF4-FFF2-40B4-BE49-F238E27FC236}">
                <a16:creationId xmlns:a16="http://schemas.microsoft.com/office/drawing/2014/main" id="{30570D12-AEFF-4406-B206-CB0D80D8FF49}"/>
              </a:ext>
            </a:extLst>
          </p:cNvPr>
          <p:cNvSpPr>
            <a:spLocks noGrp="1"/>
          </p:cNvSpPr>
          <p:nvPr>
            <p:ph type="ftr" sz="quarter" idx="25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Slide Number Placeholder 15" hidden="1">
            <a:extLst>
              <a:ext uri="{FF2B5EF4-FFF2-40B4-BE49-F238E27FC236}">
                <a16:creationId xmlns:a16="http://schemas.microsoft.com/office/drawing/2014/main" id="{C49E2653-C8D1-4594-B3A4-0606A88CBB62}"/>
              </a:ext>
            </a:extLst>
          </p:cNvPr>
          <p:cNvSpPr>
            <a:spLocks noGrp="1"/>
          </p:cNvSpPr>
          <p:nvPr>
            <p:ph type="sldNum" sz="quarter" idx="2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8" name="MIO_Placeholder_Mapping" hidden="1">
            <a:extLst>
              <a:ext uri="{FF2B5EF4-FFF2-40B4-BE49-F238E27FC236}">
                <a16:creationId xmlns:a16="http://schemas.microsoft.com/office/drawing/2014/main" id="{12ADA7AE-DD1C-409A-B0A5-6D14FF7BF270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IFXSHAPE">
            <a:extLst>
              <a:ext uri="{FF2B5EF4-FFF2-40B4-BE49-F238E27FC236}">
                <a16:creationId xmlns:a16="http://schemas.microsoft.com/office/drawing/2014/main" id="{F331BB26-35E0-C21C-A787-786FDD4C7858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18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5" pos="3908">
          <p15:clr>
            <a:srgbClr val="FBAE40"/>
          </p15:clr>
        </p15:guide>
        <p15:guide id="6" pos="3772">
          <p15:clr>
            <a:srgbClr val="FBAE40"/>
          </p15:clr>
        </p15:guide>
        <p15:guide id="7" pos="5586">
          <p15:clr>
            <a:srgbClr val="FBAE40"/>
          </p15:clr>
        </p15:guide>
        <p15:guide id="8" pos="5700">
          <p15:clr>
            <a:srgbClr val="FBAE40"/>
          </p15:clr>
        </p15:guide>
        <p15:guide id="9" pos="1980">
          <p15:clr>
            <a:srgbClr val="FBAE40"/>
          </p15:clr>
        </p15:guide>
        <p15:guide id="10" pos="209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Row |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mpower_additionalText_placeholder" hidden="1">
            <a:extLst>
              <a:ext uri="{FF2B5EF4-FFF2-40B4-BE49-F238E27FC236}">
                <a16:creationId xmlns:a16="http://schemas.microsoft.com/office/drawing/2014/main" id="{598DE9EE-A198-41B5-9814-41C66F96D3B0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0AFB1D71-5FD7-446C-90B5-1DE68C513BD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57168C6C-B95E-4260-9301-8D1D5988F67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29E2230-F28C-4139-A2F7-536C0BDB8E9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2A98BB16-D9CD-4785-A71C-21C57A55488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333A1F8F-A990-434A-92C1-D59A014E7AFF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8" name="Content Top">
            <a:extLst>
              <a:ext uri="{FF2B5EF4-FFF2-40B4-BE49-F238E27FC236}">
                <a16:creationId xmlns:a16="http://schemas.microsoft.com/office/drawing/2014/main" id="{B528FDA5-64C4-4079-B7B7-97722BA30039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4800" y="1268414"/>
            <a:ext cx="11521280" cy="1368425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2" name="Content Left">
            <a:extLst>
              <a:ext uri="{FF2B5EF4-FFF2-40B4-BE49-F238E27FC236}">
                <a16:creationId xmlns:a16="http://schemas.microsoft.com/office/drawing/2014/main" id="{11455573-DB68-4634-9EB0-10FDA72EB09C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34800" y="2781300"/>
            <a:ext cx="2808000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Content Center Left">
            <a:extLst>
              <a:ext uri="{FF2B5EF4-FFF2-40B4-BE49-F238E27FC236}">
                <a16:creationId xmlns:a16="http://schemas.microsoft.com/office/drawing/2014/main" id="{DF6A34C2-8D0D-4C18-BD01-86B1344A92D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3324225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8" name="Content Center Right">
            <a:extLst>
              <a:ext uri="{FF2B5EF4-FFF2-40B4-BE49-F238E27FC236}">
                <a16:creationId xmlns:a16="http://schemas.microsoft.com/office/drawing/2014/main" id="{A331F240-D4BB-4096-BFB7-002D583A4FC9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203950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" name="Content Right">
            <a:extLst>
              <a:ext uri="{FF2B5EF4-FFF2-40B4-BE49-F238E27FC236}">
                <a16:creationId xmlns:a16="http://schemas.microsoft.com/office/drawing/2014/main" id="{2BEB3BE2-22F6-4B6B-AB28-F38AB449DED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9048750" y="2781300"/>
            <a:ext cx="2807593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9A27F18-A46A-4C29-AB62-7BEB5215CA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DDE018F7-7CB9-4F69-872D-4609CBE453C0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580E7AAC-C545-4F05-8939-1B218CC948D8}"/>
              </a:ext>
            </a:extLst>
          </p:cNvPr>
          <p:cNvSpPr>
            <a:spLocks noGrp="1"/>
          </p:cNvSpPr>
          <p:nvPr>
            <p:ph type="dt" sz="half" idx="26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6E86CFC-21FB-497B-BD25-729619D70F13}"/>
              </a:ext>
            </a:extLst>
          </p:cNvPr>
          <p:cNvSpPr>
            <a:spLocks noGrp="1"/>
          </p:cNvSpPr>
          <p:nvPr>
            <p:ph type="ftr" sz="quarter" idx="27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7" name="Slide Number Placeholder 16" hidden="1">
            <a:extLst>
              <a:ext uri="{FF2B5EF4-FFF2-40B4-BE49-F238E27FC236}">
                <a16:creationId xmlns:a16="http://schemas.microsoft.com/office/drawing/2014/main" id="{C7A23CE7-AF5A-4245-A417-6A94DA58E485}"/>
              </a:ext>
            </a:extLst>
          </p:cNvPr>
          <p:cNvSpPr>
            <a:spLocks noGrp="1"/>
          </p:cNvSpPr>
          <p:nvPr>
            <p:ph type="sldNum" sz="quarter" idx="28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9" name="MIO_Placeholder_Mapping" hidden="1">
            <a:extLst>
              <a:ext uri="{FF2B5EF4-FFF2-40B4-BE49-F238E27FC236}">
                <a16:creationId xmlns:a16="http://schemas.microsoft.com/office/drawing/2014/main" id="{E3241B79-27A8-4873-89EC-D6F0564709E7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1" name="IFXSHAPE">
            <a:extLst>
              <a:ext uri="{FF2B5EF4-FFF2-40B4-BE49-F238E27FC236}">
                <a16:creationId xmlns:a16="http://schemas.microsoft.com/office/drawing/2014/main" id="{0EA6D551-9193-3C10-DB6A-ACB38AA71092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18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orient="horz" pos="1752">
          <p15:clr>
            <a:srgbClr val="FBAE40"/>
          </p15:clr>
        </p15:guide>
        <p15:guide id="4" orient="horz" pos="4020">
          <p15:clr>
            <a:srgbClr val="FBAE40"/>
          </p15:clr>
        </p15:guide>
        <p15:guide id="5" pos="1980">
          <p15:clr>
            <a:srgbClr val="FBAE40"/>
          </p15:clr>
        </p15:guide>
        <p15:guide id="6" pos="211">
          <p15:clr>
            <a:srgbClr val="FBAE40"/>
          </p15:clr>
        </p15:guide>
        <p15:guide id="7" pos="2094">
          <p15:clr>
            <a:srgbClr val="FBAE40"/>
          </p15:clr>
        </p15:guide>
        <p15:guide id="8" pos="3772">
          <p15:clr>
            <a:srgbClr val="FBAE40"/>
          </p15:clr>
        </p15:guide>
        <p15:guide id="9" pos="3908">
          <p15:clr>
            <a:srgbClr val="FBAE40"/>
          </p15:clr>
        </p15:guide>
        <p15:guide id="10" pos="5586">
          <p15:clr>
            <a:srgbClr val="FBAE40"/>
          </p15:clr>
        </p15:guide>
        <p15:guide id="11" pos="5700">
          <p15:clr>
            <a:srgbClr val="FBAE40"/>
          </p15:clr>
        </p15:guide>
        <p15:guide id="12" pos="7469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mpower_additionalText_placeholder" hidden="1">
            <a:extLst>
              <a:ext uri="{FF2B5EF4-FFF2-40B4-BE49-F238E27FC236}">
                <a16:creationId xmlns:a16="http://schemas.microsoft.com/office/drawing/2014/main" id="{8B492BE2-D2A2-481A-B24A-CDE1C12A85F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C269EC22-FB11-4D33-A5AD-970FF7AE0E7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B1BF6CA-DC2D-48CD-962D-066217BE39A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884DECEF-9719-4244-AEE1-2AEA4754457D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4E03D739-7852-4964-A407-6FD3B0FC1EE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8BB80B65-0382-459F-AC7F-F3D707F65045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106A8C73-A6AF-4DF0-8894-BF2EC7AA230E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8" name="Footer Placeholder 7" hidden="1">
            <a:extLst>
              <a:ext uri="{FF2B5EF4-FFF2-40B4-BE49-F238E27FC236}">
                <a16:creationId xmlns:a16="http://schemas.microsoft.com/office/drawing/2014/main" id="{AB7F0ADB-6E9B-485D-93FC-12BF83F0A674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 hidden="1">
            <a:extLst>
              <a:ext uri="{FF2B5EF4-FFF2-40B4-BE49-F238E27FC236}">
                <a16:creationId xmlns:a16="http://schemas.microsoft.com/office/drawing/2014/main" id="{688F703F-EAD1-4063-8445-95277BEEE9A3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1AE06898-E172-4A77-BE61-DAD235E107B9}"/>
              </a:ext>
            </a:extLst>
          </p:cNvPr>
          <p:cNvSpPr/>
          <p:nvPr userDrawn="1">
            <p:custDataLst>
              <p:tags r:id="rId10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IFXSHAPE">
            <a:extLst>
              <a:ext uri="{FF2B5EF4-FFF2-40B4-BE49-F238E27FC236}">
                <a16:creationId xmlns:a16="http://schemas.microsoft.com/office/drawing/2014/main" id="{2B24EA44-6C7E-0081-8C4B-658B83E71418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18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7469" userDrawn="1">
          <p15:clr>
            <a:srgbClr val="FBAE40"/>
          </p15:clr>
        </p15:guide>
        <p15:guide id="2" pos="211" userDrawn="1">
          <p15:clr>
            <a:srgbClr val="FBAE40"/>
          </p15:clr>
        </p15:guide>
        <p15:guide id="3" orient="horz" pos="4020" userDrawn="1">
          <p15:clr>
            <a:srgbClr val="FBAE40"/>
          </p15:clr>
        </p15:guide>
        <p15:guide id="4" orient="horz" pos="799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Fullpic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C9A3C9F-7C21-45B3-9124-006DC5D0E64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12281 h 6858000"/>
              <a:gd name="connsiteX3" fmla="*/ 12192000 w 12192000"/>
              <a:gd name="connsiteY3" fmla="*/ 6823094 h 6858000"/>
              <a:gd name="connsiteX4" fmla="*/ 12192000 w 12192000"/>
              <a:gd name="connsiteY4" fmla="*/ 6858000 h 6858000"/>
              <a:gd name="connsiteX5" fmla="*/ 0 w 12192000"/>
              <a:gd name="connsiteY5" fmla="*/ 6858000 h 6858000"/>
              <a:gd name="connsiteX6" fmla="*/ 0 w 12192000"/>
              <a:gd name="connsiteY6" fmla="*/ 6823094 h 6858000"/>
              <a:gd name="connsiteX7" fmla="*/ 0 w 12192000"/>
              <a:gd name="connsiteY7" fmla="*/ 681228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12281"/>
                </a:lnTo>
                <a:lnTo>
                  <a:pt x="12192000" y="6823094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823094"/>
                </a:lnTo>
                <a:lnTo>
                  <a:pt x="0" y="6812281"/>
                </a:lnTo>
                <a:close/>
              </a:path>
            </a:pathLst>
          </a:custGeom>
          <a:solidFill>
            <a:srgbClr val="DCD5D7"/>
          </a:solidFill>
        </p:spPr>
        <p:txBody>
          <a:bodyPr wrap="square" tIns="2880000">
            <a:noAutofit/>
          </a:bodyPr>
          <a:lstStyle>
            <a:lvl1pPr algn="ctr">
              <a:buNone/>
              <a:defRPr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/>
              <a:t>Click icon to add picture</a:t>
            </a:r>
            <a:endParaRPr lang="en-US" noProof="0" dirty="0"/>
          </a:p>
        </p:txBody>
      </p:sp>
      <p:sp>
        <p:nvSpPr>
          <p:cNvPr id="3" name="MIO_AGENDA_IGNORE_NAVIGATION" hidden="1">
            <a:extLst>
              <a:ext uri="{FF2B5EF4-FFF2-40B4-BE49-F238E27FC236}">
                <a16:creationId xmlns:a16="http://schemas.microsoft.com/office/drawing/2014/main" id="{298E6853-722D-4D8C-A4A5-A6FCEB4A06C0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MIO_AGENDA_IGNORE_CHAPTER_REFERENCE" hidden="1">
            <a:extLst>
              <a:ext uri="{FF2B5EF4-FFF2-40B4-BE49-F238E27FC236}">
                <a16:creationId xmlns:a16="http://schemas.microsoft.com/office/drawing/2014/main" id="{4C952A04-6CCB-455C-887C-1B9A3B0ACD0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7D6FAC8-11F4-4964-9B25-EE9D1E189D30}"/>
              </a:ext>
            </a:extLst>
          </p:cNvPr>
          <p:cNvSpPr>
            <a:spLocks noGrp="1"/>
          </p:cNvSpPr>
          <p:nvPr>
            <p:ph type="dt" sz="half" idx="13"/>
            <p:custDataLst>
              <p:tags r:id="rId1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B6B82CD2-EA5C-4D03-98C1-175706CF32FC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 hidden="1">
            <a:extLst>
              <a:ext uri="{FF2B5EF4-FFF2-40B4-BE49-F238E27FC236}">
                <a16:creationId xmlns:a16="http://schemas.microsoft.com/office/drawing/2014/main" id="{6C4E2716-EC8F-40FC-B4F8-3418FB160B39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7" name="MIO_Placeholder_Mapping" hidden="1">
            <a:extLst>
              <a:ext uri="{FF2B5EF4-FFF2-40B4-BE49-F238E27FC236}">
                <a16:creationId xmlns:a16="http://schemas.microsoft.com/office/drawing/2014/main" id="{162DC542-CA6E-49F2-AE52-133D584ED71B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3257007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Fi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 White">
            <a:extLst>
              <a:ext uri="{FF2B5EF4-FFF2-40B4-BE49-F238E27FC236}">
                <a16:creationId xmlns:a16="http://schemas.microsoft.com/office/drawing/2014/main" id="{8739B1C3-A1A6-48E1-B2C4-F4CE3C824436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LOGO PROTECTION" hidden="1">
            <a:extLst>
              <a:ext uri="{FF2B5EF4-FFF2-40B4-BE49-F238E27FC236}">
                <a16:creationId xmlns:a16="http://schemas.microsoft.com/office/drawing/2014/main" id="{8182E335-5A52-4E3C-BCEC-9507D81BA511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2927650" y="1920766"/>
            <a:ext cx="6336702" cy="3088476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6" name="MIO_AGENDA_LAST_SLIDE" hidden="1">
            <a:extLst>
              <a:ext uri="{FF2B5EF4-FFF2-40B4-BE49-F238E27FC236}">
                <a16:creationId xmlns:a16="http://schemas.microsoft.com/office/drawing/2014/main" id="{45591D6F-6D52-44E5-B3AA-2575CCD4520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2" name="MIO_AGENDA_IGNORE_NAVIGATION" hidden="1">
            <a:extLst>
              <a:ext uri="{FF2B5EF4-FFF2-40B4-BE49-F238E27FC236}">
                <a16:creationId xmlns:a16="http://schemas.microsoft.com/office/drawing/2014/main" id="{C7038F66-C11F-4566-ADAF-A099AF95755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3" name="MIO_AGENDA_IGNORE_CHAPTER_REFERENCE" hidden="1">
            <a:extLst>
              <a:ext uri="{FF2B5EF4-FFF2-40B4-BE49-F238E27FC236}">
                <a16:creationId xmlns:a16="http://schemas.microsoft.com/office/drawing/2014/main" id="{E0318986-8EA2-446A-AFF2-E8441C3AF8A6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Date Placeholder 7" hidden="1">
            <a:extLst>
              <a:ext uri="{FF2B5EF4-FFF2-40B4-BE49-F238E27FC236}">
                <a16:creationId xmlns:a16="http://schemas.microsoft.com/office/drawing/2014/main" id="{087EFA22-3F6E-4210-A8FC-0864CD1DE4E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BDF262C8-30D5-474A-BD81-CA14ACCE51B5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3F1C5DF9-A781-4661-8C3B-816A398ADFD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77B07280-C452-41A8-A8A7-B816EB9C3C9E}"/>
              </a:ext>
            </a:extLst>
          </p:cNvPr>
          <p:cNvSpPr/>
          <p:nvPr userDrawn="1">
            <p:custDataLst>
              <p:tags r:id="rId5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D664F82-C381-42D9-B168-31F6D4282D2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446" y="2755984"/>
            <a:ext cx="3077814" cy="1346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7015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FX_Title_and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FXSHAPE">
            <a:extLst>
              <a:ext uri="{FF2B5EF4-FFF2-40B4-BE49-F238E27FC236}">
                <a16:creationId xmlns:a16="http://schemas.microsoft.com/office/drawing/2014/main" id="{39840829-9262-4697-A804-B7D874ED57A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087355" y="6541008"/>
            <a:ext cx="384048" cy="304800"/>
          </a:xfrm>
        </p:spPr>
        <p:txBody>
          <a:bodyPr wrap="none" lIns="0" tIns="0" rIns="0" bIns="0" anchor="ctr">
            <a:noAutofit/>
          </a:bodyPr>
          <a:lstStyle>
            <a:lvl1pPr algn="r" fontAlgn="t">
              <a:buClr>
                <a:srgbClr val="928285"/>
              </a:buClr>
              <a:defRPr sz="1333" b="0">
                <a:solidFill>
                  <a:srgbClr val="FFFFFF"/>
                </a:solidFill>
                <a:latin typeface="Arial" panose="020B0604020202020204" pitchFamily="34" charset="0"/>
              </a:defRPr>
            </a:lvl1pPr>
          </a:lstStyle>
          <a:p>
            <a:fld id="{ACA6C892-334C-411F-A2F0-15C6AC846B39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" name="IFXSHAPE"/>
          <p:cNvSpPr>
            <a:spLocks noGrp="1"/>
          </p:cNvSpPr>
          <p:nvPr>
            <p:ph type="title" hasCustomPrompt="1"/>
          </p:nvPr>
        </p:nvSpPr>
        <p:spPr>
          <a:xfrm>
            <a:off x="335360" y="188720"/>
            <a:ext cx="9631680" cy="720000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title</a:t>
            </a:r>
          </a:p>
        </p:txBody>
      </p:sp>
      <p:sp>
        <p:nvSpPr>
          <p:cNvPr id="7" name="IFXSHAPE"/>
          <p:cNvSpPr>
            <a:spLocks noGrp="1"/>
          </p:cNvSpPr>
          <p:nvPr>
            <p:ph sz="quarter" idx="13" hasCustomPrompt="1"/>
          </p:nvPr>
        </p:nvSpPr>
        <p:spPr>
          <a:xfrm>
            <a:off x="334434" y="1268414"/>
            <a:ext cx="11522207" cy="51133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 dirty="0"/>
              <a:t>Click to edit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8" name="IFXSHAPE">
            <a:extLst>
              <a:ext uri="{FF2B5EF4-FFF2-40B4-BE49-F238E27FC236}">
                <a16:creationId xmlns:a16="http://schemas.microsoft.com/office/drawing/2014/main" id="{A84CC3EE-574C-0AEE-5DEE-4395361D548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wrap="none" lIns="0" tIns="0" rIns="0" bIns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9" name="IFXSHAPE">
            <a:extLst>
              <a:ext uri="{FF2B5EF4-FFF2-40B4-BE49-F238E27FC236}">
                <a16:creationId xmlns:a16="http://schemas.microsoft.com/office/drawing/2014/main" id="{21BFE493-DD2A-D375-1183-354BF0541CA7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wrap="none" lIns="0" tIns="0" rIns="0" bIns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18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1031147978"/>
      </p:ext>
    </p:extLst>
  </p:cSld>
  <p:clrMapOvr>
    <a:masterClrMapping/>
  </p:clrMapOvr>
  <p:hf hdr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FX_Title_and_Two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FXSHAPE">
            <a:extLst>
              <a:ext uri="{FF2B5EF4-FFF2-40B4-BE49-F238E27FC236}">
                <a16:creationId xmlns:a16="http://schemas.microsoft.com/office/drawing/2014/main" id="{3614D37E-07DB-4B27-A6A2-B258C85043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087355" y="6541008"/>
            <a:ext cx="384048" cy="304800"/>
          </a:xfrm>
        </p:spPr>
        <p:txBody>
          <a:bodyPr wrap="none" lIns="0" tIns="0" rIns="0" bIns="0" anchor="ctr">
            <a:noAutofit/>
          </a:bodyPr>
          <a:lstStyle>
            <a:lvl1pPr algn="r" fontAlgn="t">
              <a:buClr>
                <a:srgbClr val="928285"/>
              </a:buClr>
              <a:defRPr sz="1333" b="0">
                <a:solidFill>
                  <a:srgbClr val="FFFFFF"/>
                </a:solidFill>
                <a:latin typeface="Arial" panose="020B0604020202020204" pitchFamily="34" charset="0"/>
              </a:defRPr>
            </a:lvl1pPr>
          </a:lstStyle>
          <a:p>
            <a:fld id="{65EF9BA8-1BD9-4D4A-BC37-7699F0B2D45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" name="IFXSHAPE"/>
          <p:cNvSpPr>
            <a:spLocks noGrp="1"/>
          </p:cNvSpPr>
          <p:nvPr>
            <p:ph type="title" hasCustomPrompt="1"/>
          </p:nvPr>
        </p:nvSpPr>
        <p:spPr>
          <a:xfrm>
            <a:off x="335360" y="188720"/>
            <a:ext cx="9631680" cy="720000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title</a:t>
            </a:r>
          </a:p>
        </p:txBody>
      </p:sp>
      <p:sp>
        <p:nvSpPr>
          <p:cNvPr id="7" name="IFXSHAPE"/>
          <p:cNvSpPr>
            <a:spLocks noGrp="1"/>
          </p:cNvSpPr>
          <p:nvPr>
            <p:ph sz="quarter" idx="13" hasCustomPrompt="1"/>
          </p:nvPr>
        </p:nvSpPr>
        <p:spPr>
          <a:xfrm>
            <a:off x="334434" y="1268414"/>
            <a:ext cx="5664629" cy="51133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 dirty="0"/>
              <a:t>Click to edit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9" name="IFXSHAPE"/>
          <p:cNvSpPr>
            <a:spLocks noGrp="1"/>
          </p:cNvSpPr>
          <p:nvPr>
            <p:ph sz="quarter" idx="14" hasCustomPrompt="1"/>
          </p:nvPr>
        </p:nvSpPr>
        <p:spPr>
          <a:xfrm>
            <a:off x="6191251" y="1268414"/>
            <a:ext cx="5665389" cy="51133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 dirty="0"/>
              <a:t>Click to edit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8" name="IFXSHAPE">
            <a:extLst>
              <a:ext uri="{FF2B5EF4-FFF2-40B4-BE49-F238E27FC236}">
                <a16:creationId xmlns:a16="http://schemas.microsoft.com/office/drawing/2014/main" id="{C562406B-9CF6-B3CA-77C7-7BE52146603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wrap="none" lIns="0" tIns="0" rIns="0" bIns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10" name="IFXSHAPE">
            <a:extLst>
              <a:ext uri="{FF2B5EF4-FFF2-40B4-BE49-F238E27FC236}">
                <a16:creationId xmlns:a16="http://schemas.microsoft.com/office/drawing/2014/main" id="{CD420AB8-FD72-B44C-518E-DE3A60686678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wrap="none" lIns="0" tIns="0" rIns="0" bIns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18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695007571"/>
      </p:ext>
    </p:extLst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ags" Target="../tags/tag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" hidden="1">
            <a:extLst>
              <a:ext uri="{FF2B5EF4-FFF2-40B4-BE49-F238E27FC236}">
                <a16:creationId xmlns:a16="http://schemas.microsoft.com/office/drawing/2014/main" id="{372AE43B-8F10-43C8-8785-1E1CB85CFADE}"/>
              </a:ext>
            </a:extLst>
          </p:cNvPr>
          <p:cNvSpPr>
            <a:spLocks noGrp="1"/>
          </p:cNvSpPr>
          <p:nvPr>
            <p:ph type="sldNum" sz="quarter" idx="4"/>
            <p:custDataLst>
              <p:tags r:id="rId22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rgbClr val="928285"/>
              </a:buClr>
              <a:defRPr sz="100" b="0">
                <a:noFill/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 </a:t>
            </a:r>
            <a:endParaRPr lang="en-US" dirty="0"/>
          </a:p>
        </p:txBody>
      </p:sp>
      <p:sp>
        <p:nvSpPr>
          <p:cNvPr id="7" name="Footer Placeholder" hidden="1">
            <a:extLst>
              <a:ext uri="{FF2B5EF4-FFF2-40B4-BE49-F238E27FC236}">
                <a16:creationId xmlns:a16="http://schemas.microsoft.com/office/drawing/2014/main" id="{4D268FD3-4056-49DC-8C79-D4C201EED65B}"/>
              </a:ext>
            </a:extLst>
          </p:cNvPr>
          <p:cNvSpPr>
            <a:spLocks noGrp="1"/>
          </p:cNvSpPr>
          <p:nvPr>
            <p:ph type="ftr" sz="quarter" idx="3"/>
            <p:custDataLst>
              <p:tags r:id="rId23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endParaRPr lang="en-US" dirty="0"/>
          </a:p>
        </p:txBody>
      </p:sp>
      <p:sp>
        <p:nvSpPr>
          <p:cNvPr id="6" name="Date Placeholder" hidden="1">
            <a:extLst>
              <a:ext uri="{FF2B5EF4-FFF2-40B4-BE49-F238E27FC236}">
                <a16:creationId xmlns:a16="http://schemas.microsoft.com/office/drawing/2014/main" id="{59032602-9911-40B1-9BF6-AFD731868C06}"/>
              </a:ext>
            </a:extLst>
          </p:cNvPr>
          <p:cNvSpPr>
            <a:spLocks noGrp="1"/>
          </p:cNvSpPr>
          <p:nvPr>
            <p:ph type="dt" sz="half" idx="2"/>
            <p:custDataLst>
              <p:tags r:id="rId24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endParaRPr lang="en-US" b="1" dirty="0"/>
          </a:p>
        </p:txBody>
      </p:sp>
      <p:sp>
        <p:nvSpPr>
          <p:cNvPr id="15" name="Title"/>
          <p:cNvSpPr>
            <a:spLocks noGrp="1"/>
          </p:cNvSpPr>
          <p:nvPr>
            <p:ph type="title"/>
          </p:nvPr>
        </p:nvSpPr>
        <p:spPr>
          <a:xfrm>
            <a:off x="335360" y="188720"/>
            <a:ext cx="9613068" cy="720000"/>
          </a:xfrm>
          <a:prstGeom prst="rect">
            <a:avLst/>
          </a:prstGeom>
        </p:spPr>
        <p:txBody>
          <a:bodyPr vert="horz" lIns="0" tIns="0" rIns="0" bIns="10800" rtlCol="0" anchor="b" anchorCtr="0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16" name="Content"/>
          <p:cNvSpPr>
            <a:spLocks noGrp="1"/>
          </p:cNvSpPr>
          <p:nvPr>
            <p:ph type="body" idx="1"/>
          </p:nvPr>
        </p:nvSpPr>
        <p:spPr>
          <a:xfrm>
            <a:off x="334434" y="1268414"/>
            <a:ext cx="11521017" cy="51133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5"/>
            <a:r>
              <a:rPr lang="en-US" noProof="0" dirty="0"/>
              <a:t>Sixth level</a:t>
            </a:r>
          </a:p>
          <a:p>
            <a:pPr lvl="6"/>
            <a:r>
              <a:rPr lang="en-US" noProof="0" dirty="0"/>
              <a:t>Seventh level</a:t>
            </a:r>
          </a:p>
          <a:p>
            <a:pPr lvl="7"/>
            <a:r>
              <a:rPr lang="en-US" noProof="0" dirty="0"/>
              <a:t>Eighth level</a:t>
            </a:r>
          </a:p>
          <a:p>
            <a:pPr lvl="8"/>
            <a:r>
              <a:rPr lang="en-US" noProof="0" dirty="0"/>
              <a:t>Ninth level</a:t>
            </a:r>
          </a:p>
        </p:txBody>
      </p:sp>
      <p:sp>
        <p:nvSpPr>
          <p:cNvPr id="3" name="empower - DO NOT DELETE!!!" hidden="1"/>
          <p:cNvSpPr/>
          <p:nvPr userDrawn="1">
            <p:custDataLst>
              <p:tags r:id="rId25"/>
            </p:custDataLst>
          </p:nvPr>
        </p:nvSpPr>
        <p:spPr bwMode="auto">
          <a:xfrm>
            <a:off x="0" y="0"/>
            <a:ext cx="0" cy="0"/>
          </a:xfrm>
          <a:prstGeom prst="ellipse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lvl="0"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4" name="Fixed Page Placeholder">
            <a:extLst>
              <a:ext uri="{FF2B5EF4-FFF2-40B4-BE49-F238E27FC236}">
                <a16:creationId xmlns:a16="http://schemas.microsoft.com/office/drawing/2014/main" id="{E361B9A9-2219-4F44-982D-701D7F2A6185}"/>
              </a:ext>
            </a:extLst>
          </p:cNvPr>
          <p:cNvSpPr txBox="1"/>
          <p:nvPr userDrawn="1"/>
        </p:nvSpPr>
        <p:spPr bwMode="auto">
          <a:xfrm>
            <a:off x="11471403" y="6489341"/>
            <a:ext cx="384048" cy="3614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ctr" anchorCtr="0">
            <a:noAutofit/>
          </a:bodyPr>
          <a:lstStyle/>
          <a:p>
            <a:pPr marL="0" marR="0" indent="0" algn="r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</a:pPr>
            <a:fld id="{AE05A9AF-4D70-4052-9354-7E4D957B036D}" type="slidenum">
              <a:rPr lang="de-DE" sz="800" b="1" kern="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marL="0" marR="0" indent="0" algn="r" defTabSz="576000" eaLnBrk="0" fontAlgn="auto" latinLnBrk="0" hangingPunct="0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Tx/>
                <a:buNone/>
                <a:tabLst/>
              </a:pPr>
              <a:t>‹#›</a:t>
            </a:fld>
            <a:endParaRPr lang="de-DE" sz="800" b="1" kern="0" baseline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0C8D1F1-BA28-4973-A394-021D3C969BE1}"/>
              </a:ext>
            </a:extLst>
          </p:cNvPr>
          <p:cNvPicPr>
            <a:picLocks noChangeAspect="1"/>
          </p:cNvPicPr>
          <p:nvPr userDrawn="1"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55" r:id="rId2"/>
    <p:sldLayoutId id="2147483751" r:id="rId3"/>
    <p:sldLayoutId id="2147483729" r:id="rId4"/>
    <p:sldLayoutId id="2147483730" r:id="rId5"/>
    <p:sldLayoutId id="2147483731" r:id="rId6"/>
    <p:sldLayoutId id="2147483747" r:id="rId7"/>
    <p:sldLayoutId id="2147483756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  <p:sldLayoutId id="2147483738" r:id="rId15"/>
    <p:sldLayoutId id="2147483739" r:id="rId16"/>
    <p:sldLayoutId id="2147483754" r:id="rId17"/>
    <p:sldLayoutId id="2147483753" r:id="rId18"/>
    <p:sldLayoutId id="2147483757" r:id="rId19"/>
    <p:sldLayoutId id="2147483758" r:id="rId20"/>
  </p:sldLayoutIdLst>
  <p:hf hdr="0" dt="0"/>
  <p:txStyles>
    <p:titleStyle>
      <a:lvl1pPr algn="l" defTabSz="576000" rtl="0" eaLnBrk="1" fontAlgn="base" hangingPunct="1">
        <a:spcBef>
          <a:spcPct val="0"/>
        </a:spcBef>
        <a:spcAft>
          <a:spcPct val="0"/>
        </a:spcAft>
        <a:buClr>
          <a:schemeClr val="tx1"/>
        </a:buClr>
        <a:buFontTx/>
        <a:buNone/>
        <a:defRPr sz="2400" b="1" baseline="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9pPr>
    </p:titleStyle>
    <p:bodyStyle>
      <a:lvl1pPr marL="252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800" baseline="0">
          <a:solidFill>
            <a:schemeClr val="tx1"/>
          </a:solidFill>
          <a:latin typeface="+mn-lt"/>
          <a:ea typeface="+mn-ea"/>
          <a:cs typeface="+mn-cs"/>
        </a:defRPr>
      </a:lvl1pPr>
      <a:lvl2pPr marL="504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600">
          <a:solidFill>
            <a:schemeClr val="tx1"/>
          </a:solidFill>
          <a:latin typeface="+mn-lt"/>
          <a:cs typeface="+mn-cs"/>
        </a:defRPr>
      </a:lvl2pPr>
      <a:lvl3pPr marL="756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3pPr>
      <a:lvl4pPr marL="1008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4pPr>
      <a:lvl5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5pPr>
      <a:lvl6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6pPr>
      <a:lvl7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7pPr>
      <a:lvl8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8pPr>
      <a:lvl9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ags" Target="../tags/tag19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drive.google.com/drive/folders/1AqxentVzGbndPK5DALp_iF4E_E6OO_a0?usp=sharing" TargetMode="Externa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0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94.xml"/><Relationship Id="rId4" Type="http://schemas.openxmlformats.org/officeDocument/2006/relationships/image" Target="../media/image19.sv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1589B28-D26E-44F4-8C62-FEE4AAED4A7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0FB27639-D1FE-4EB7-81D0-019FC186FBB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IFTW PSS SMD GC TM SPB WCS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Traven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FB1C68C-D054-4F8D-AA7A-F778CCFFFD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IFTW WCS issue report flow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1AFF28-0883-405B-A8DD-D42393A23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37017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1EAF84B-79E0-036E-BDE4-C4D56EAC7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Microsoft Dynamic365</a:t>
            </a:r>
            <a:endParaRPr lang="en-GB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CC24BF-56E4-860E-D8E1-BCFF7B758D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GB" dirty="0"/>
          </a:p>
          <a:p>
            <a:endParaRPr lang="en-GB" dirty="0"/>
          </a:p>
        </p:txBody>
      </p:sp>
      <p:sp>
        <p:nvSpPr>
          <p:cNvPr id="2" name="IFXSHAPE">
            <a:extLst>
              <a:ext uri="{FF2B5EF4-FFF2-40B4-BE49-F238E27FC236}">
                <a16:creationId xmlns:a16="http://schemas.microsoft.com/office/drawing/2014/main" id="{E479FE7C-1D37-666D-7BED-F47F8CEE904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7" name="IFXSHAPE">
            <a:extLst>
              <a:ext uri="{FF2B5EF4-FFF2-40B4-BE49-F238E27FC236}">
                <a16:creationId xmlns:a16="http://schemas.microsoft.com/office/drawing/2014/main" id="{57E68020-3905-27E6-18DB-F0A885267B07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18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790FCB7-D4BE-1022-0F93-2C5CE44575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5344" y="904268"/>
            <a:ext cx="7933215" cy="5461475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F5CA77A-2044-4A56-979F-18667A80EAB4}"/>
              </a:ext>
            </a:extLst>
          </p:cNvPr>
          <p:cNvSpPr/>
          <p:nvPr/>
        </p:nvSpPr>
        <p:spPr bwMode="auto">
          <a:xfrm>
            <a:off x="7999408" y="2780928"/>
            <a:ext cx="1512168" cy="432048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5742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3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Subject</a:t>
            </a:r>
          </a:p>
        </p:txBody>
      </p:sp>
      <p:pic>
        <p:nvPicPr>
          <p:cNvPr id="12" name="Content Placeholder 11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6AB0DB46-AF10-C1F2-F25B-8DA6C36A41A3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285" y="1267884"/>
            <a:ext cx="5196496" cy="5113867"/>
          </a:xfrm>
        </p:spPr>
      </p:pic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[-</a:t>
            </a:r>
            <a:r>
              <a:rPr lang="en-GB" sz="2400" b="1" i="1" dirty="0" err="1">
                <a:latin typeface="Calibri" panose="020F0502020204030204" pitchFamily="34" charset="0"/>
                <a:cs typeface="Calibri" panose="020F0502020204030204" pitchFamily="34" charset="0"/>
              </a:rPr>
              <a:t>oem</a:t>
            </a:r>
            <a:r>
              <a:rPr lang="en-GB" sz="2400" b="1" i="1" dirty="0"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][-</a:t>
            </a:r>
            <a:r>
              <a:rPr lang="en-GB" sz="2400" b="1" i="1" dirty="0" err="1">
                <a:latin typeface="Calibri" panose="020F0502020204030204" pitchFamily="34" charset="0"/>
                <a:cs typeface="Calibri" panose="020F0502020204030204" pitchFamily="34" charset="0"/>
              </a:rPr>
              <a:t>odm</a:t>
            </a:r>
            <a:r>
              <a:rPr lang="en-GB" sz="2400" b="1" i="1" dirty="0"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][-</a:t>
            </a:r>
            <a:r>
              <a:rPr lang="en-GB" sz="2400" b="1" i="1" dirty="0">
                <a:latin typeface="Calibri" panose="020F0502020204030204" pitchFamily="34" charset="0"/>
                <a:cs typeface="Calibri" panose="020F0502020204030204" pitchFamily="34" charset="0"/>
              </a:rPr>
              <a:t>project-</a:t>
            </a: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][-</a:t>
            </a:r>
            <a:r>
              <a:rPr lang="en-GB" sz="2400" b="1" i="1" dirty="0">
                <a:latin typeface="Calibri" panose="020F0502020204030204" pitchFamily="34" charset="0"/>
                <a:cs typeface="Calibri" panose="020F0502020204030204" pitchFamily="34" charset="0"/>
              </a:rPr>
              <a:t>ticket#-</a:t>
            </a: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] </a:t>
            </a:r>
            <a:r>
              <a:rPr lang="en-GB" sz="2400" b="1" i="1" dirty="0">
                <a:latin typeface="Calibri" panose="020F0502020204030204" pitchFamily="34" charset="0"/>
                <a:cs typeface="Calibri" panose="020F0502020204030204" pitchFamily="34" charset="0"/>
              </a:rPr>
              <a:t>short description</a:t>
            </a:r>
          </a:p>
          <a:p>
            <a:pPr lvl="1"/>
            <a:r>
              <a:rPr lang="en-GB" sz="2200" dirty="0">
                <a:latin typeface="Calibri" panose="020F0502020204030204" pitchFamily="34" charset="0"/>
                <a:cs typeface="Calibri" panose="020F0502020204030204" pitchFamily="34" charset="0"/>
              </a:rPr>
              <a:t>100 words as maximum</a:t>
            </a:r>
          </a:p>
          <a:p>
            <a:pPr marL="0" indent="0">
              <a:buNone/>
            </a:pPr>
            <a:endParaRPr lang="en-GB" sz="2400" b="1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GB" sz="2000" i="1" dirty="0">
                <a:latin typeface="Calibri" panose="020F0502020204030204" pitchFamily="34" charset="0"/>
                <a:cs typeface="Calibri" panose="020F0502020204030204" pitchFamily="34" charset="0"/>
              </a:rPr>
              <a:t>e.g.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[HP][IEC][Hook2][OBS1234567] power button event lost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[HP][TPV][</a:t>
            </a:r>
            <a:r>
              <a:rPr lang="en-GB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Deora</a:t>
            </a:r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] PV1 power consumption too high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913132-5558-BAFC-37FF-14FE66914A93}"/>
              </a:ext>
            </a:extLst>
          </p:cNvPr>
          <p:cNvSpPr/>
          <p:nvPr/>
        </p:nvSpPr>
        <p:spPr bwMode="auto">
          <a:xfrm>
            <a:off x="4799424" y="1293410"/>
            <a:ext cx="288032" cy="103493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GB" sz="2133" dirty="0">
              <a:latin typeface="+mn-lt"/>
              <a:ea typeface="Verdana" pitchFamily="34" charset="0"/>
              <a:cs typeface="Verdana" pitchFamily="34" charset="0"/>
            </a:endParaRPr>
          </a:p>
        </p:txBody>
      </p:sp>
      <p:sp>
        <p:nvSpPr>
          <p:cNvPr id="2" name="IFXSHAPE">
            <a:extLst>
              <a:ext uri="{FF2B5EF4-FFF2-40B4-BE49-F238E27FC236}">
                <a16:creationId xmlns:a16="http://schemas.microsoft.com/office/drawing/2014/main" id="{3A375686-76FB-B68C-AA1E-3FB985E878F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5" name="IFXSHAPE">
            <a:extLst>
              <a:ext uri="{FF2B5EF4-FFF2-40B4-BE49-F238E27FC236}">
                <a16:creationId xmlns:a16="http://schemas.microsoft.com/office/drawing/2014/main" id="{DE452B0F-6E02-13AF-39E2-ECD37BA70A97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18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CE7063-AD23-E561-8C2B-734EB0CB8CA3}"/>
              </a:ext>
            </a:extLst>
          </p:cNvPr>
          <p:cNvSpPr/>
          <p:nvPr/>
        </p:nvSpPr>
        <p:spPr bwMode="auto">
          <a:xfrm>
            <a:off x="911424" y="2420888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28272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4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Description</a:t>
            </a:r>
          </a:p>
        </p:txBody>
      </p:sp>
      <p:pic>
        <p:nvPicPr>
          <p:cNvPr id="12" name="Content Placeholder 11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6AB0DB46-AF10-C1F2-F25B-8DA6C36A41A3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285" y="1267884"/>
            <a:ext cx="5196496" cy="5113867"/>
          </a:xfrm>
        </p:spPr>
      </p:pic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Include these information and designate to Infineon FAE (email)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Firmware / hardware version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Expected behaviour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Failure symptom 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Failure rate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Reproduce steps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Function recovery method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Other necessary information</a:t>
            </a:r>
          </a:p>
          <a:p>
            <a:endParaRPr lang="en-GB" sz="2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913132-5558-BAFC-37FF-14FE66914A93}"/>
              </a:ext>
            </a:extLst>
          </p:cNvPr>
          <p:cNvSpPr/>
          <p:nvPr/>
        </p:nvSpPr>
        <p:spPr bwMode="auto">
          <a:xfrm>
            <a:off x="4799424" y="1293410"/>
            <a:ext cx="288032" cy="103493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GB" sz="2133" dirty="0">
              <a:latin typeface="+mn-lt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9696B8-F8D8-40EE-A613-1AA7934F16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5470" y="5157192"/>
            <a:ext cx="6001879" cy="106820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IFXSHAPE">
            <a:extLst>
              <a:ext uri="{FF2B5EF4-FFF2-40B4-BE49-F238E27FC236}">
                <a16:creationId xmlns:a16="http://schemas.microsoft.com/office/drawing/2014/main" id="{1E9610F5-5171-A189-43FA-AC8B55DBB91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6" name="IFXSHAPE">
            <a:extLst>
              <a:ext uri="{FF2B5EF4-FFF2-40B4-BE49-F238E27FC236}">
                <a16:creationId xmlns:a16="http://schemas.microsoft.com/office/drawing/2014/main" id="{3E1432EB-F6D8-2E0F-389C-648619A17166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18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BFD1C8-8B61-BED0-37A9-BDDB3973688F}"/>
              </a:ext>
            </a:extLst>
          </p:cNvPr>
          <p:cNvSpPr/>
          <p:nvPr/>
        </p:nvSpPr>
        <p:spPr bwMode="auto">
          <a:xfrm>
            <a:off x="911424" y="4149080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1803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5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Collaboration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Customers can add collaborator themselves in the Portal for their colleagues or other non-Infineon people. If they need to add Infineon colleagues, they need to request via discussion board.</a:t>
            </a:r>
          </a:p>
        </p:txBody>
      </p:sp>
      <p:pic>
        <p:nvPicPr>
          <p:cNvPr id="16" name="Content Placeholder 15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34F2CD51-115D-D863-40EA-9D0CB1B7C63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33" y="1366638"/>
            <a:ext cx="5664200" cy="4916359"/>
          </a:xfrm>
        </p:spPr>
      </p:pic>
      <p:sp>
        <p:nvSpPr>
          <p:cNvPr id="2" name="IFXSHAPE">
            <a:extLst>
              <a:ext uri="{FF2B5EF4-FFF2-40B4-BE49-F238E27FC236}">
                <a16:creationId xmlns:a16="http://schemas.microsoft.com/office/drawing/2014/main" id="{E92AEDFA-0B50-72EE-7167-878321C9798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5" name="IFXSHAPE">
            <a:extLst>
              <a:ext uri="{FF2B5EF4-FFF2-40B4-BE49-F238E27FC236}">
                <a16:creationId xmlns:a16="http://schemas.microsoft.com/office/drawing/2014/main" id="{B59A49CE-9EA2-9CBD-F1DC-D886DAFFCB3D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18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169E4D3-B523-F1A4-9DFF-4040EA97139D}"/>
              </a:ext>
            </a:extLst>
          </p:cNvPr>
          <p:cNvSpPr/>
          <p:nvPr/>
        </p:nvSpPr>
        <p:spPr bwMode="auto">
          <a:xfrm>
            <a:off x="191344" y="2739400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02326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6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Discussion board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The interaction section where there is exchange of information/comments between CRM users (Case owners, Collaborators) and portal users (Case creators). It provides options to add internal and external comments on the case.</a:t>
            </a:r>
            <a:endParaRPr lang="en-GB" sz="2400" dirty="0"/>
          </a:p>
        </p:txBody>
      </p:sp>
      <p:pic>
        <p:nvPicPr>
          <p:cNvPr id="11" name="Content Placeholder 15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92EA36CC-3A5E-DFC6-4AB4-FAB2338A0B2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33" y="1366638"/>
            <a:ext cx="5664200" cy="4916359"/>
          </a:xfrm>
        </p:spPr>
      </p:pic>
      <p:sp>
        <p:nvSpPr>
          <p:cNvPr id="2" name="IFXSHAPE">
            <a:extLst>
              <a:ext uri="{FF2B5EF4-FFF2-40B4-BE49-F238E27FC236}">
                <a16:creationId xmlns:a16="http://schemas.microsoft.com/office/drawing/2014/main" id="{C64F68D6-DAE1-D3C8-7883-52D8D0FDF99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5" name="IFXSHAPE">
            <a:extLst>
              <a:ext uri="{FF2B5EF4-FFF2-40B4-BE49-F238E27FC236}">
                <a16:creationId xmlns:a16="http://schemas.microsoft.com/office/drawing/2014/main" id="{AC2B724E-8880-89A4-0345-41CE89DA3EA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18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6376671-0F56-B7F2-54A5-F8FDBFF3BA49}"/>
              </a:ext>
            </a:extLst>
          </p:cNvPr>
          <p:cNvSpPr/>
          <p:nvPr/>
        </p:nvSpPr>
        <p:spPr bwMode="auto">
          <a:xfrm>
            <a:off x="191344" y="5126097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80809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7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Attachment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Basic</a:t>
            </a:r>
            <a:endParaRPr lang="en-GB" sz="20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Issue Tracker Form (Mandatory)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CC logs in CYPD4500 PD3.0 / PD2.0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SALEAE logs</a:t>
            </a:r>
          </a:p>
          <a:p>
            <a:pPr lvl="1"/>
            <a:r>
              <a:rPr lang="en-GB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Ellisys</a:t>
            </a:r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 C-Tracker logs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Others (test reports, screenshots or anything helpful to issues)</a:t>
            </a:r>
          </a:p>
          <a:p>
            <a:endParaRPr lang="en-GB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Recommended</a:t>
            </a:r>
            <a:endParaRPr lang="en-GB" sz="20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CC with SALEAE Pro at 1.2V digital (IFTW Logger)</a:t>
            </a:r>
          </a:p>
        </p:txBody>
      </p:sp>
      <p:pic>
        <p:nvPicPr>
          <p:cNvPr id="8" name="Content Placeholder 15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5C97427E-76BD-478F-727B-1FC33AD6B63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33" y="1366638"/>
            <a:ext cx="5664200" cy="4916359"/>
          </a:xfrm>
        </p:spPr>
      </p:pic>
      <p:sp>
        <p:nvSpPr>
          <p:cNvPr id="2" name="IFXSHAPE">
            <a:extLst>
              <a:ext uri="{FF2B5EF4-FFF2-40B4-BE49-F238E27FC236}">
                <a16:creationId xmlns:a16="http://schemas.microsoft.com/office/drawing/2014/main" id="{302901DC-CCDA-2ECB-A6DF-F860EA2009D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5" name="IFXSHAPE">
            <a:extLst>
              <a:ext uri="{FF2B5EF4-FFF2-40B4-BE49-F238E27FC236}">
                <a16:creationId xmlns:a16="http://schemas.microsoft.com/office/drawing/2014/main" id="{09A4EFB5-8B25-D075-C869-3DABEC0E740E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18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2803CAD-D086-17AB-3BA5-CEE9AF1D17D4}"/>
              </a:ext>
            </a:extLst>
          </p:cNvPr>
          <p:cNvSpPr/>
          <p:nvPr/>
        </p:nvSpPr>
        <p:spPr bwMode="auto">
          <a:xfrm>
            <a:off x="191344" y="4165609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77860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8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Attachment format and file size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Autofit/>
          </a:bodyPr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Upload limitation: 50MB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DO NOT overwrite if possible</a:t>
            </a: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Now allowed: 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ade;adp;app;asa;ashx;asmx;asp;bas;bat;cdx;cer;chm;class;cmd;com;config;cpl;crt;csh;dll;exe;fxp;hlp;hta;htr;htw;ida;idc;idq;inf;ins;isp;its;jar;js;jse;ksh;lnk;mad;maf;mag;mam;maq;mar;mas;mat;mau;mav;maw;mda;mdb;mde;mdt;mdw;mdz;msc;msh;msh1;msh1xml;msh2;msh2xml;mshxml;msi;msp;mst;ops;pcd;pif;prf;prg;printer;pst;reg;rem;scf;scr;sct;shb;shs;shtm;shtml;soap;stm;tmp;url;vb;vbe;vbs;vsmacros;vss;vst;vsw;ws;wsc;wsf;wsh.</a:t>
            </a: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Content Placeholder 15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5C97427E-76BD-478F-727B-1FC33AD6B63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33" y="1366638"/>
            <a:ext cx="5664200" cy="4916359"/>
          </a:xfrm>
        </p:spPr>
      </p:pic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72C361BB-A291-BB3E-A5B9-C32DBAF424A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2064" y="2337010"/>
            <a:ext cx="3799437" cy="1895459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4E80D14B-713D-18E7-67D3-2521BE8EEFAA}"/>
              </a:ext>
            </a:extLst>
          </p:cNvPr>
          <p:cNvSpPr/>
          <p:nvPr/>
        </p:nvSpPr>
        <p:spPr bwMode="auto">
          <a:xfrm>
            <a:off x="7464152" y="2972443"/>
            <a:ext cx="1632181" cy="312297"/>
          </a:xfrm>
          <a:prstGeom prst="ellipse">
            <a:avLst/>
          </a:prstGeom>
          <a:noFill/>
          <a:ln w="38100">
            <a:solidFill>
              <a:schemeClr val="accent4"/>
            </a:solidFill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GB" sz="2133" dirty="0">
              <a:latin typeface="+mn-lt"/>
              <a:ea typeface="Verdana" pitchFamily="34" charset="0"/>
              <a:cs typeface="Verdana" pitchFamily="34" charset="0"/>
            </a:endParaRPr>
          </a:p>
        </p:txBody>
      </p:sp>
      <p:sp>
        <p:nvSpPr>
          <p:cNvPr id="2" name="IFXSHAPE">
            <a:extLst>
              <a:ext uri="{FF2B5EF4-FFF2-40B4-BE49-F238E27FC236}">
                <a16:creationId xmlns:a16="http://schemas.microsoft.com/office/drawing/2014/main" id="{1C74157E-BDF0-6BE5-C487-283E455AFBC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6" name="IFXSHAPE">
            <a:extLst>
              <a:ext uri="{FF2B5EF4-FFF2-40B4-BE49-F238E27FC236}">
                <a16:creationId xmlns:a16="http://schemas.microsoft.com/office/drawing/2014/main" id="{282FC0F4-8664-2972-96B1-2C3E3D00C17A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18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49650E0-D7A0-8836-4A23-385B4F07DED2}"/>
              </a:ext>
            </a:extLst>
          </p:cNvPr>
          <p:cNvSpPr/>
          <p:nvPr/>
        </p:nvSpPr>
        <p:spPr bwMode="auto">
          <a:xfrm>
            <a:off x="191344" y="4165609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537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9274460-5D35-BD96-5B46-512DDB9D7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IFTW WCS Logger – 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helper for log collection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17DE3-22BF-2C29-319B-AE44B8D1F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747F1-CB31-8359-D968-9AEE676EB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01886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05 Banded Rows">
            <a:extLst>
              <a:ext uri="{FF2B5EF4-FFF2-40B4-BE49-F238E27FC236}">
                <a16:creationId xmlns:a16="http://schemas.microsoft.com/office/drawing/2014/main" id="{FA573056-D49F-F9CA-6750-954D61F68F74}"/>
              </a:ext>
            </a:extLst>
          </p:cNvPr>
          <p:cNvGraphicFramePr>
            <a:graphicFrameLocks noGrp="1"/>
          </p:cNvGraphicFramePr>
          <p:nvPr>
            <p:ph sz="quarter" idx="13"/>
            <p:custDataLst>
              <p:tags r:id="rId1"/>
            </p:custDataLst>
          </p:nvPr>
        </p:nvGraphicFramePr>
        <p:xfrm>
          <a:off x="334963" y="1268413"/>
          <a:ext cx="11520000" cy="4675632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1368549">
                  <a:extLst>
                    <a:ext uri="{9D8B030D-6E8A-4147-A177-3AD203B41FA5}">
                      <a16:colId xmlns:a16="http://schemas.microsoft.com/office/drawing/2014/main" val="4038551914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1925485334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2849339206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5876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endParaRPr lang="en-GB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INTEL Platform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AMD Platform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EVK Board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Checking Points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6010098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HW Signal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PCH_INT0#</a:t>
                      </a: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PCH_INT1# </a:t>
                      </a:r>
                      <a:b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(Maple Ridge only)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PCH_SDA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PCH_SCL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BBR_PWR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BBR_RST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SBU1/2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APU_RST#</a:t>
                      </a:r>
                      <a:b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APU_INT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APU_SDA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APU_SCL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Retimer_SDA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Retimer_SCL</a:t>
                      </a: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HPD</a:t>
                      </a:r>
                      <a:b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SBU1/2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MUX_SDA</a:t>
                      </a: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MUX_SCL</a:t>
                      </a: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HPD</a:t>
                      </a: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SBU1/2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 the I/O behavior normal !?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 the SBU signal normal !?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2180558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CC Log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 enter DP Alt mode?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 device issue the Attention HPD High message to Host?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233178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I2C Log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PCH I2C Log</a:t>
                      </a:r>
                      <a:b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Retimer I2C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 I2C Log</a:t>
                      </a:r>
                      <a:b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Retimer I2C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MUX I2C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Compare the PASS log and Fail log to dig out is anything abnormal.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5816871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6B142A3-3E18-4302-85FC-39EF0216B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SOP for log collecting – The WCS PD Host E2 training</a:t>
            </a:r>
          </a:p>
        </p:txBody>
      </p:sp>
    </p:spTree>
    <p:extLst>
      <p:ext uri="{BB962C8B-B14F-4D97-AF65-F5344CB8AC3E}">
        <p14:creationId xmlns:p14="http://schemas.microsoft.com/office/powerpoint/2010/main" val="3002001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>
            <a:extLst>
              <a:ext uri="{FF2B5EF4-FFF2-40B4-BE49-F238E27FC236}">
                <a16:creationId xmlns:a16="http://schemas.microsoft.com/office/drawing/2014/main" id="{0F0E0851-3A99-1BFF-02E7-8CBA57F62B69}"/>
              </a:ext>
            </a:extLst>
          </p:cNvPr>
          <p:cNvSpPr txBox="1"/>
          <p:nvPr/>
        </p:nvSpPr>
        <p:spPr bwMode="auto">
          <a:xfrm>
            <a:off x="6096000" y="1631727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F97CF27-C406-00C3-E3DC-B4DDE7DBCC65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6959888" y="1412800"/>
            <a:ext cx="8643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EE3778E-D02B-37CD-BE51-0898D215975C}"/>
              </a:ext>
            </a:extLst>
          </p:cNvPr>
          <p:cNvSpPr txBox="1"/>
          <p:nvPr/>
        </p:nvSpPr>
        <p:spPr bwMode="auto">
          <a:xfrm>
            <a:off x="7040187" y="1320467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Issue report flow SOP</a:t>
            </a:r>
            <a:endParaRPr lang="en-GB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Flowchart: Predefined Process 1">
            <a:extLst>
              <a:ext uri="{FF2B5EF4-FFF2-40B4-BE49-F238E27FC236}">
                <a16:creationId xmlns:a16="http://schemas.microsoft.com/office/drawing/2014/main" id="{CEF85EF5-2447-4CE9-3DED-4A719C00AD2F}"/>
              </a:ext>
            </a:extLst>
          </p:cNvPr>
          <p:cNvSpPr/>
          <p:nvPr/>
        </p:nvSpPr>
        <p:spPr bwMode="auto">
          <a:xfrm>
            <a:off x="2351584" y="1196752"/>
            <a:ext cx="1872000" cy="432000"/>
          </a:xfrm>
          <a:prstGeom prst="flowChartPredefinedProcess">
            <a:avLst/>
          </a:prstGeom>
          <a:solidFill>
            <a:srgbClr val="DCD5D7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Start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9C05F1-8264-537F-8A64-B52315767EC3}"/>
              </a:ext>
            </a:extLst>
          </p:cNvPr>
          <p:cNvSpPr/>
          <p:nvPr/>
        </p:nvSpPr>
        <p:spPr bwMode="auto">
          <a:xfrm>
            <a:off x="5087888" y="1839204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Fill up </a:t>
            </a:r>
          </a:p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issue tracker form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E4C56-9A4F-B720-196B-1ADACFF83136}"/>
              </a:ext>
            </a:extLst>
          </p:cNvPr>
          <p:cNvSpPr/>
          <p:nvPr/>
        </p:nvSpPr>
        <p:spPr bwMode="auto">
          <a:xfrm>
            <a:off x="5087888" y="2500420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Collect pass and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fail cases logs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32A520-3563-F4F6-AC00-70DB9E75CC0D}"/>
              </a:ext>
            </a:extLst>
          </p:cNvPr>
          <p:cNvSpPr/>
          <p:nvPr/>
        </p:nvSpPr>
        <p:spPr bwMode="auto">
          <a:xfrm>
            <a:off x="2351584" y="3148420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Submit an MSD case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8836A3-BFF7-BA62-E5B7-E62AAA04EDCE}"/>
              </a:ext>
            </a:extLst>
          </p:cNvPr>
          <p:cNvSpPr/>
          <p:nvPr/>
        </p:nvSpPr>
        <p:spPr bwMode="auto">
          <a:xfrm>
            <a:off x="5087888" y="3793694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Trial solutions released</a:t>
            </a:r>
            <a:endParaRPr lang="en-GB" baseline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Flowchart: Decision 12">
            <a:extLst>
              <a:ext uri="{FF2B5EF4-FFF2-40B4-BE49-F238E27FC236}">
                <a16:creationId xmlns:a16="http://schemas.microsoft.com/office/drawing/2014/main" id="{5864F398-B2BE-6F3E-163F-601DA8C1BFAF}"/>
              </a:ext>
            </a:extLst>
          </p:cNvPr>
          <p:cNvSpPr/>
          <p:nvPr/>
        </p:nvSpPr>
        <p:spPr bwMode="auto">
          <a:xfrm>
            <a:off x="5087888" y="4441766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Issue resolved?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006654-AFFD-C2B9-E0F6-38DE30E8A4B2}"/>
              </a:ext>
            </a:extLst>
          </p:cNvPr>
          <p:cNvSpPr/>
          <p:nvPr/>
        </p:nvSpPr>
        <p:spPr bwMode="auto">
          <a:xfrm>
            <a:off x="5087888" y="5089838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Confirmations from </a:t>
            </a:r>
          </a:p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ODM/OEM</a:t>
            </a:r>
            <a:endParaRPr lang="en-GB" baseline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4AAC021-6BD4-1ADE-C267-19BD11DEE219}"/>
              </a:ext>
            </a:extLst>
          </p:cNvPr>
          <p:cNvSpPr/>
          <p:nvPr/>
        </p:nvSpPr>
        <p:spPr bwMode="auto">
          <a:xfrm>
            <a:off x="5087888" y="5737910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Official release</a:t>
            </a:r>
          </a:p>
        </p:txBody>
      </p:sp>
      <p:sp>
        <p:nvSpPr>
          <p:cNvPr id="102" name="Flowchart: Predefined Process 101">
            <a:extLst>
              <a:ext uri="{FF2B5EF4-FFF2-40B4-BE49-F238E27FC236}">
                <a16:creationId xmlns:a16="http://schemas.microsoft.com/office/drawing/2014/main" id="{757F0786-9DEC-7A8B-D90B-449B25A692D3}"/>
              </a:ext>
            </a:extLst>
          </p:cNvPr>
          <p:cNvSpPr/>
          <p:nvPr/>
        </p:nvSpPr>
        <p:spPr bwMode="auto">
          <a:xfrm>
            <a:off x="7824192" y="5737910"/>
            <a:ext cx="1872000" cy="432000"/>
          </a:xfrm>
          <a:prstGeom prst="flowChartPredefinedProcess">
            <a:avLst/>
          </a:prstGeom>
          <a:solidFill>
            <a:srgbClr val="DCD5D7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Case closed</a:t>
            </a:r>
          </a:p>
        </p:txBody>
      </p:sp>
      <p:sp>
        <p:nvSpPr>
          <p:cNvPr id="8" name="Flowchart: Decision 7">
            <a:extLst>
              <a:ext uri="{FF2B5EF4-FFF2-40B4-BE49-F238E27FC236}">
                <a16:creationId xmlns:a16="http://schemas.microsoft.com/office/drawing/2014/main" id="{8A51A39F-C759-FF5A-7D89-EF8F5D30217E}"/>
              </a:ext>
            </a:extLst>
          </p:cNvPr>
          <p:cNvSpPr/>
          <p:nvPr/>
        </p:nvSpPr>
        <p:spPr bwMode="auto">
          <a:xfrm>
            <a:off x="5087888" y="1196800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IFX issues?</a:t>
            </a:r>
            <a:endParaRPr lang="en-GB" baseline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Flowchart: Predefined Process 17">
            <a:extLst>
              <a:ext uri="{FF2B5EF4-FFF2-40B4-BE49-F238E27FC236}">
                <a16:creationId xmlns:a16="http://schemas.microsoft.com/office/drawing/2014/main" id="{346E4798-D3A5-6467-F08E-0ED972A68EF1}"/>
              </a:ext>
            </a:extLst>
          </p:cNvPr>
          <p:cNvSpPr/>
          <p:nvPr/>
        </p:nvSpPr>
        <p:spPr bwMode="auto">
          <a:xfrm>
            <a:off x="7824192" y="1196800"/>
            <a:ext cx="1872000" cy="432000"/>
          </a:xfrm>
          <a:prstGeom prst="flowChartPredefinedProcess">
            <a:avLst/>
          </a:prstGeom>
          <a:solidFill>
            <a:srgbClr val="DCD5D7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Issue transfer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027ECBC-C30B-BC0E-2BFE-0F790668FEEE}"/>
              </a:ext>
            </a:extLst>
          </p:cNvPr>
          <p:cNvCxnSpPr>
            <a:cxnSpLocks/>
            <a:stCxn id="8" idx="2"/>
            <a:endCxn id="6" idx="0"/>
          </p:cNvCxnSpPr>
          <p:nvPr/>
        </p:nvCxnSpPr>
        <p:spPr>
          <a:xfrm>
            <a:off x="6023888" y="1628800"/>
            <a:ext cx="0" cy="2104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7AD3947-0598-8B4F-5E8C-6FC83E4EEBD0}"/>
              </a:ext>
            </a:extLst>
          </p:cNvPr>
          <p:cNvCxnSpPr>
            <a:stCxn id="11" idx="2"/>
            <a:endCxn id="13" idx="0"/>
          </p:cNvCxnSpPr>
          <p:nvPr/>
        </p:nvCxnSpPr>
        <p:spPr>
          <a:xfrm>
            <a:off x="6023888" y="4225694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BC0EB06-3ABC-AE37-F752-4D3D9F3582D1}"/>
              </a:ext>
            </a:extLst>
          </p:cNvPr>
          <p:cNvCxnSpPr>
            <a:stCxn id="13" idx="2"/>
            <a:endCxn id="15" idx="0"/>
          </p:cNvCxnSpPr>
          <p:nvPr/>
        </p:nvCxnSpPr>
        <p:spPr>
          <a:xfrm>
            <a:off x="6023888" y="4873766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8F00845-6ABC-946C-7CE8-0375BF5039F7}"/>
              </a:ext>
            </a:extLst>
          </p:cNvPr>
          <p:cNvCxnSpPr>
            <a:stCxn id="15" idx="2"/>
            <a:endCxn id="17" idx="0"/>
          </p:cNvCxnSpPr>
          <p:nvPr/>
        </p:nvCxnSpPr>
        <p:spPr>
          <a:xfrm>
            <a:off x="6023888" y="5521838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F1D8B93-E692-6430-CF76-4ADAB0FC8F09}"/>
              </a:ext>
            </a:extLst>
          </p:cNvPr>
          <p:cNvCxnSpPr>
            <a:stCxn id="17" idx="3"/>
            <a:endCxn id="102" idx="1"/>
          </p:cNvCxnSpPr>
          <p:nvPr/>
        </p:nvCxnSpPr>
        <p:spPr>
          <a:xfrm>
            <a:off x="6959888" y="5953910"/>
            <a:ext cx="8643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250CEF5-CBAC-57C1-2234-3CCFA3938CF5}"/>
              </a:ext>
            </a:extLst>
          </p:cNvPr>
          <p:cNvCxnSpPr>
            <a:cxnSpLocks/>
            <a:stCxn id="13" idx="3"/>
            <a:endCxn id="6" idx="3"/>
          </p:cNvCxnSpPr>
          <p:nvPr/>
        </p:nvCxnSpPr>
        <p:spPr>
          <a:xfrm flipV="1">
            <a:off x="6959888" y="2055204"/>
            <a:ext cx="12700" cy="2602562"/>
          </a:xfrm>
          <a:prstGeom prst="bentConnector3">
            <a:avLst>
              <a:gd name="adj1" fmla="val 6816772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5877069-F098-9040-CB5D-EED44782CCF0}"/>
              </a:ext>
            </a:extLst>
          </p:cNvPr>
          <p:cNvSpPr txBox="1"/>
          <p:nvPr/>
        </p:nvSpPr>
        <p:spPr bwMode="auto">
          <a:xfrm>
            <a:off x="7040187" y="4565433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99CD8BA-6EB2-2DC3-B465-944188BCC548}"/>
              </a:ext>
            </a:extLst>
          </p:cNvPr>
          <p:cNvSpPr txBox="1"/>
          <p:nvPr/>
        </p:nvSpPr>
        <p:spPr bwMode="auto">
          <a:xfrm>
            <a:off x="6096000" y="4886021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C933FC4-1638-CF4F-AF42-AC0228F7276E}"/>
              </a:ext>
            </a:extLst>
          </p:cNvPr>
          <p:cNvCxnSpPr>
            <a:stCxn id="2" idx="3"/>
            <a:endCxn id="8" idx="1"/>
          </p:cNvCxnSpPr>
          <p:nvPr/>
        </p:nvCxnSpPr>
        <p:spPr>
          <a:xfrm>
            <a:off x="4223584" y="1412752"/>
            <a:ext cx="864304" cy="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F00204C-3629-801E-4073-317D94110556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6023888" y="2271204"/>
            <a:ext cx="0" cy="229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Flowchart: Decision 28">
            <a:extLst>
              <a:ext uri="{FF2B5EF4-FFF2-40B4-BE49-F238E27FC236}">
                <a16:creationId xmlns:a16="http://schemas.microsoft.com/office/drawing/2014/main" id="{7E75238B-3A9E-C86C-C827-DCD281C39CFA}"/>
              </a:ext>
            </a:extLst>
          </p:cNvPr>
          <p:cNvSpPr/>
          <p:nvPr/>
        </p:nvSpPr>
        <p:spPr bwMode="auto">
          <a:xfrm>
            <a:off x="5087888" y="3148420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MSD case exist?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8D9ACD6-86D6-77A0-DC35-1141D4BE1F64}"/>
              </a:ext>
            </a:extLst>
          </p:cNvPr>
          <p:cNvCxnSpPr>
            <a:stCxn id="7" idx="2"/>
            <a:endCxn id="29" idx="0"/>
          </p:cNvCxnSpPr>
          <p:nvPr/>
        </p:nvCxnSpPr>
        <p:spPr>
          <a:xfrm>
            <a:off x="6023888" y="2932420"/>
            <a:ext cx="0" cy="216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B532424-6303-2DD0-4D80-3768CA9AA7A1}"/>
              </a:ext>
            </a:extLst>
          </p:cNvPr>
          <p:cNvCxnSpPr>
            <a:stCxn id="29" idx="2"/>
            <a:endCxn id="11" idx="0"/>
          </p:cNvCxnSpPr>
          <p:nvPr/>
        </p:nvCxnSpPr>
        <p:spPr>
          <a:xfrm>
            <a:off x="6023888" y="3580420"/>
            <a:ext cx="0" cy="2132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1E72FD0-6639-4F86-8524-288E1632B904}"/>
              </a:ext>
            </a:extLst>
          </p:cNvPr>
          <p:cNvCxnSpPr>
            <a:stCxn id="29" idx="1"/>
            <a:endCxn id="9" idx="3"/>
          </p:cNvCxnSpPr>
          <p:nvPr/>
        </p:nvCxnSpPr>
        <p:spPr>
          <a:xfrm flipH="1">
            <a:off x="4223584" y="3364420"/>
            <a:ext cx="8643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DED4C08-2E52-9881-DD9B-3F73B855318E}"/>
              </a:ext>
            </a:extLst>
          </p:cNvPr>
          <p:cNvCxnSpPr>
            <a:stCxn id="9" idx="2"/>
            <a:endCxn id="11" idx="1"/>
          </p:cNvCxnSpPr>
          <p:nvPr/>
        </p:nvCxnSpPr>
        <p:spPr>
          <a:xfrm rot="16200000" flipH="1">
            <a:off x="3973099" y="2894905"/>
            <a:ext cx="429274" cy="18003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7674BA98-107C-00F5-144C-94312EAB9CAB}"/>
              </a:ext>
            </a:extLst>
          </p:cNvPr>
          <p:cNvSpPr txBox="1"/>
          <p:nvPr/>
        </p:nvSpPr>
        <p:spPr bwMode="auto">
          <a:xfrm>
            <a:off x="6096000" y="3589877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D91EB3F-FBE5-924B-7CC3-318ED4F22936}"/>
              </a:ext>
            </a:extLst>
          </p:cNvPr>
          <p:cNvSpPr txBox="1"/>
          <p:nvPr/>
        </p:nvSpPr>
        <p:spPr bwMode="auto">
          <a:xfrm>
            <a:off x="4815665" y="3264152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63400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0085B10-1E22-2F27-1379-E2DCBED57CD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762162" y="1268414"/>
            <a:ext cx="3094477" cy="5113337"/>
          </a:xfrm>
        </p:spPr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Specialised for WCS PC host applications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Issue information</a:t>
            </a:r>
          </a:p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Issue report flow SOP – Infineon Issue Tracker Form</a:t>
            </a:r>
            <a:endParaRPr lang="en-GB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3" name="Content Placeholder 102">
            <a:extLst>
              <a:ext uri="{FF2B5EF4-FFF2-40B4-BE49-F238E27FC236}">
                <a16:creationId xmlns:a16="http://schemas.microsoft.com/office/drawing/2014/main" id="{7CD18BFB-B3A2-5A64-AF0A-A0E94755814C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43884" y="1412775"/>
            <a:ext cx="7358510" cy="4993057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A3691871-1444-2C54-358C-CF0EF5B244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328" y="2705881"/>
            <a:ext cx="3143672" cy="3675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182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0085B10-1E22-2F27-1379-E2DCBED57CD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762162" y="1268414"/>
            <a:ext cx="3094477" cy="5113337"/>
          </a:xfrm>
        </p:spPr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WCS Logger</a:t>
            </a:r>
          </a:p>
          <a:p>
            <a:pPr lvl="1"/>
            <a:r>
              <a:rPr lang="en-GB" sz="2200" dirty="0">
                <a:latin typeface="Calibri" panose="020F0502020204030204" pitchFamily="34" charset="0"/>
                <a:cs typeface="Calibri" panose="020F0502020204030204" pitchFamily="34" charset="0"/>
              </a:rPr>
              <a:t>Tracker Form</a:t>
            </a:r>
          </a:p>
          <a:p>
            <a:pPr lvl="1"/>
            <a:r>
              <a:rPr lang="en-GB" sz="2200" dirty="0">
                <a:latin typeface="Calibri" panose="020F0502020204030204" pitchFamily="34" charset="0"/>
                <a:cs typeface="Calibri" panose="020F0502020204030204" pitchFamily="34" charset="0"/>
              </a:rPr>
              <a:t>CYPD4500 PD3.0</a:t>
            </a:r>
          </a:p>
          <a:p>
            <a:pPr lvl="1"/>
            <a:r>
              <a:rPr lang="en-GB" sz="2200" dirty="0">
                <a:latin typeface="Calibri" panose="020F0502020204030204" pitchFamily="34" charset="0"/>
                <a:cs typeface="Calibri" panose="020F0502020204030204" pitchFamily="34" charset="0"/>
              </a:rPr>
              <a:t>SALEAE logs</a:t>
            </a:r>
          </a:p>
          <a:p>
            <a:pPr lvl="1"/>
            <a:r>
              <a:rPr lang="en-GB" sz="2200" dirty="0">
                <a:latin typeface="Calibri" panose="020F0502020204030204" pitchFamily="34" charset="0"/>
                <a:cs typeface="Calibri" panose="020F0502020204030204" pitchFamily="34" charset="0"/>
              </a:rPr>
              <a:t>Ellisys C-Tracker logs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Issue report flow SOP – Infineon WCS Logger</a:t>
            </a:r>
            <a:endParaRPr lang="en-GB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25A5D64-130C-2913-D23E-C3799DC314D8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53482" y="1412775"/>
            <a:ext cx="7358510" cy="4993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2434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A242124-4F36-A5EA-62B5-5B2610E96C7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4962" y="1185908"/>
            <a:ext cx="6697142" cy="5277548"/>
          </a:xfr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574892A-9389-D1A5-6EC9-075F6766CCF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36160" y="1268414"/>
            <a:ext cx="4320480" cy="5113337"/>
          </a:xfrm>
        </p:spPr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Issue Information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Generic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USB-C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PD/PD to EC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Analogue Mode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AMD/INTEL Platform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PD to APU/Ridge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PD to MUX/</a:t>
            </a:r>
            <a:r>
              <a:rPr lang="en-GB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Retimer</a:t>
            </a:r>
            <a:endParaRPr lang="en-GB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Saleae Logic/</a:t>
            </a:r>
            <a:r>
              <a:rPr lang="en-GB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Ellisys</a:t>
            </a: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 C-Tracker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Start Recording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Pass Case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Fail Case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22711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 – Function Flow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Flowchart: Predefined Process 1">
            <a:extLst>
              <a:ext uri="{FF2B5EF4-FFF2-40B4-BE49-F238E27FC236}">
                <a16:creationId xmlns:a16="http://schemas.microsoft.com/office/drawing/2014/main" id="{CEF85EF5-2447-4CE9-3DED-4A719C00AD2F}"/>
              </a:ext>
            </a:extLst>
          </p:cNvPr>
          <p:cNvSpPr/>
          <p:nvPr/>
        </p:nvSpPr>
        <p:spPr bwMode="auto">
          <a:xfrm>
            <a:off x="2351584" y="1196752"/>
            <a:ext cx="1872000" cy="432000"/>
          </a:xfrm>
          <a:prstGeom prst="flowChartPredefinedProcess">
            <a:avLst/>
          </a:prstGeom>
          <a:solidFill>
            <a:srgbClr val="DCD5D7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Launch Logger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9C05F1-8264-537F-8A64-B52315767EC3}"/>
              </a:ext>
            </a:extLst>
          </p:cNvPr>
          <p:cNvSpPr/>
          <p:nvPr/>
        </p:nvSpPr>
        <p:spPr bwMode="auto">
          <a:xfrm>
            <a:off x="5087888" y="1196752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Fill up all data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E4C56-9A4F-B720-196B-1ADACFF83136}"/>
              </a:ext>
            </a:extLst>
          </p:cNvPr>
          <p:cNvSpPr/>
          <p:nvPr/>
        </p:nvSpPr>
        <p:spPr bwMode="auto">
          <a:xfrm>
            <a:off x="5087888" y="1852348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Connect pins accordingly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32A520-3563-F4F6-AC00-70DB9E75CC0D}"/>
              </a:ext>
            </a:extLst>
          </p:cNvPr>
          <p:cNvSpPr/>
          <p:nvPr/>
        </p:nvSpPr>
        <p:spPr bwMode="auto">
          <a:xfrm>
            <a:off x="5087888" y="2497550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Hit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“Start Recording”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8836A3-BFF7-BA62-E5B7-E62AAA04EDCE}"/>
              </a:ext>
            </a:extLst>
          </p:cNvPr>
          <p:cNvSpPr/>
          <p:nvPr/>
        </p:nvSpPr>
        <p:spPr bwMode="auto">
          <a:xfrm>
            <a:off x="5087888" y="3145622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Do issue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replication steps</a:t>
            </a:r>
          </a:p>
        </p:txBody>
      </p:sp>
      <p:sp>
        <p:nvSpPr>
          <p:cNvPr id="12" name="Flowchart: Decision 11">
            <a:extLst>
              <a:ext uri="{FF2B5EF4-FFF2-40B4-BE49-F238E27FC236}">
                <a16:creationId xmlns:a16="http://schemas.microsoft.com/office/drawing/2014/main" id="{BC77F2C0-EDF1-BC98-6428-2531A9588524}"/>
              </a:ext>
            </a:extLst>
          </p:cNvPr>
          <p:cNvSpPr/>
          <p:nvPr/>
        </p:nvSpPr>
        <p:spPr bwMode="auto">
          <a:xfrm>
            <a:off x="2495600" y="4441766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Save as Fail Case?</a:t>
            </a:r>
          </a:p>
        </p:txBody>
      </p:sp>
      <p:sp>
        <p:nvSpPr>
          <p:cNvPr id="13" name="Flowchart: Decision 12">
            <a:extLst>
              <a:ext uri="{FF2B5EF4-FFF2-40B4-BE49-F238E27FC236}">
                <a16:creationId xmlns:a16="http://schemas.microsoft.com/office/drawing/2014/main" id="{5864F398-B2BE-6F3E-163F-601DA8C1BFAF}"/>
              </a:ext>
            </a:extLst>
          </p:cNvPr>
          <p:cNvSpPr/>
          <p:nvPr/>
        </p:nvSpPr>
        <p:spPr bwMode="auto">
          <a:xfrm>
            <a:off x="5087888" y="3793694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See issues?</a:t>
            </a:r>
          </a:p>
        </p:txBody>
      </p:sp>
      <p:sp>
        <p:nvSpPr>
          <p:cNvPr id="14" name="Flowchart: Decision 13">
            <a:extLst>
              <a:ext uri="{FF2B5EF4-FFF2-40B4-BE49-F238E27FC236}">
                <a16:creationId xmlns:a16="http://schemas.microsoft.com/office/drawing/2014/main" id="{BD87C006-406B-3F7F-A746-3314CBCD34A5}"/>
              </a:ext>
            </a:extLst>
          </p:cNvPr>
          <p:cNvSpPr/>
          <p:nvPr/>
        </p:nvSpPr>
        <p:spPr bwMode="auto">
          <a:xfrm>
            <a:off x="7680384" y="4441766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Save as Pass Case?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006654-AFFD-C2B9-E0F6-38DE30E8A4B2}"/>
              </a:ext>
            </a:extLst>
          </p:cNvPr>
          <p:cNvSpPr/>
          <p:nvPr/>
        </p:nvSpPr>
        <p:spPr bwMode="auto">
          <a:xfrm>
            <a:off x="5087888" y="4441766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Hit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“Abort Recording”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AD7F3A-F627-F011-76EE-CDF5F90F5ABD}"/>
              </a:ext>
            </a:extLst>
          </p:cNvPr>
          <p:cNvSpPr/>
          <p:nvPr/>
        </p:nvSpPr>
        <p:spPr bwMode="auto">
          <a:xfrm>
            <a:off x="2495600" y="5089838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Hit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“Fail Case”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4AAC021-6BD4-1ADE-C267-19BD11DEE219}"/>
              </a:ext>
            </a:extLst>
          </p:cNvPr>
          <p:cNvSpPr/>
          <p:nvPr/>
        </p:nvSpPr>
        <p:spPr bwMode="auto">
          <a:xfrm>
            <a:off x="7680384" y="5089838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Hit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“Pass Case”</a:t>
            </a:r>
          </a:p>
        </p:txBody>
      </p:sp>
      <p:sp>
        <p:nvSpPr>
          <p:cNvPr id="83" name="Flowchart: Decision 82">
            <a:extLst>
              <a:ext uri="{FF2B5EF4-FFF2-40B4-BE49-F238E27FC236}">
                <a16:creationId xmlns:a16="http://schemas.microsoft.com/office/drawing/2014/main" id="{96448D70-7C1A-A969-2174-37BCAD6B2A56}"/>
              </a:ext>
            </a:extLst>
          </p:cNvPr>
          <p:cNvSpPr/>
          <p:nvPr/>
        </p:nvSpPr>
        <p:spPr bwMode="auto">
          <a:xfrm>
            <a:off x="5087888" y="5737850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Finish?</a:t>
            </a:r>
          </a:p>
        </p:txBody>
      </p:sp>
      <p:sp>
        <p:nvSpPr>
          <p:cNvPr id="102" name="Flowchart: Predefined Process 101">
            <a:extLst>
              <a:ext uri="{FF2B5EF4-FFF2-40B4-BE49-F238E27FC236}">
                <a16:creationId xmlns:a16="http://schemas.microsoft.com/office/drawing/2014/main" id="{757F0786-9DEC-7A8B-D90B-449B25A692D3}"/>
              </a:ext>
            </a:extLst>
          </p:cNvPr>
          <p:cNvSpPr/>
          <p:nvPr/>
        </p:nvSpPr>
        <p:spPr bwMode="auto">
          <a:xfrm>
            <a:off x="7680384" y="5737910"/>
            <a:ext cx="1872000" cy="432000"/>
          </a:xfrm>
          <a:prstGeom prst="flowChartPredefinedProcess">
            <a:avLst/>
          </a:prstGeom>
          <a:solidFill>
            <a:srgbClr val="DCD5D7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Exit Logger</a:t>
            </a:r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85E8A248-5CFB-5EEE-B6F1-52163D52F2C5}"/>
              </a:ext>
            </a:extLst>
          </p:cNvPr>
          <p:cNvCxnSpPr>
            <a:stCxn id="16" idx="3"/>
            <a:endCxn id="83" idx="0"/>
          </p:cNvCxnSpPr>
          <p:nvPr/>
        </p:nvCxnSpPr>
        <p:spPr>
          <a:xfrm>
            <a:off x="4367600" y="5305838"/>
            <a:ext cx="1656288" cy="432012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: Elbow 199">
            <a:extLst>
              <a:ext uri="{FF2B5EF4-FFF2-40B4-BE49-F238E27FC236}">
                <a16:creationId xmlns:a16="http://schemas.microsoft.com/office/drawing/2014/main" id="{52ADBC01-0D49-C1FE-80AF-C7C608B58CBD}"/>
              </a:ext>
            </a:extLst>
          </p:cNvPr>
          <p:cNvCxnSpPr>
            <a:stCxn id="17" idx="1"/>
            <a:endCxn id="83" idx="0"/>
          </p:cNvCxnSpPr>
          <p:nvPr/>
        </p:nvCxnSpPr>
        <p:spPr>
          <a:xfrm rot="10800000" flipV="1">
            <a:off x="6023888" y="5305838"/>
            <a:ext cx="1656496" cy="432012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5AE2401C-6337-EE4F-CA55-E7A9F530699B}"/>
              </a:ext>
            </a:extLst>
          </p:cNvPr>
          <p:cNvCxnSpPr>
            <a:stCxn id="83" idx="2"/>
            <a:endCxn id="9" idx="1"/>
          </p:cNvCxnSpPr>
          <p:nvPr/>
        </p:nvCxnSpPr>
        <p:spPr>
          <a:xfrm rot="5400000" flipH="1">
            <a:off x="3827738" y="3973700"/>
            <a:ext cx="3456300" cy="936000"/>
          </a:xfrm>
          <a:prstGeom prst="bentConnector4">
            <a:avLst>
              <a:gd name="adj1" fmla="val -6614"/>
              <a:gd name="adj2" fmla="val 426323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6725CF7A-79E5-E694-FDE3-4F3E576DDF0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4223584" y="1412752"/>
            <a:ext cx="8643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D6E0A5A7-39D7-FE67-8952-D5B2FF9FD486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6023888" y="1628752"/>
            <a:ext cx="0" cy="2235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743E72DC-FDA3-6A7E-1530-FBF346C0EDAB}"/>
              </a:ext>
            </a:extLst>
          </p:cNvPr>
          <p:cNvCxnSpPr>
            <a:stCxn id="7" idx="2"/>
            <a:endCxn id="9" idx="0"/>
          </p:cNvCxnSpPr>
          <p:nvPr/>
        </p:nvCxnSpPr>
        <p:spPr>
          <a:xfrm>
            <a:off x="6023888" y="2284348"/>
            <a:ext cx="0" cy="2132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Straight Arrow Connector 214">
            <a:extLst>
              <a:ext uri="{FF2B5EF4-FFF2-40B4-BE49-F238E27FC236}">
                <a16:creationId xmlns:a16="http://schemas.microsoft.com/office/drawing/2014/main" id="{5D6B3456-2693-3C6F-F195-1586FEC1E419}"/>
              </a:ext>
            </a:extLst>
          </p:cNvPr>
          <p:cNvCxnSpPr>
            <a:stCxn id="9" idx="2"/>
            <a:endCxn id="11" idx="0"/>
          </p:cNvCxnSpPr>
          <p:nvPr/>
        </p:nvCxnSpPr>
        <p:spPr>
          <a:xfrm>
            <a:off x="6023888" y="2929550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58183567-ED7F-DB2D-9D15-465B2FC86C9D}"/>
              </a:ext>
            </a:extLst>
          </p:cNvPr>
          <p:cNvCxnSpPr>
            <a:stCxn id="11" idx="2"/>
            <a:endCxn id="13" idx="0"/>
          </p:cNvCxnSpPr>
          <p:nvPr/>
        </p:nvCxnSpPr>
        <p:spPr>
          <a:xfrm>
            <a:off x="6023888" y="3577622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651E9489-3449-F83E-2E20-B1FB23296A21}"/>
              </a:ext>
            </a:extLst>
          </p:cNvPr>
          <p:cNvCxnSpPr>
            <a:stCxn id="13" idx="1"/>
            <a:endCxn id="12" idx="0"/>
          </p:cNvCxnSpPr>
          <p:nvPr/>
        </p:nvCxnSpPr>
        <p:spPr>
          <a:xfrm rot="10800000" flipV="1">
            <a:off x="3431600" y="4009694"/>
            <a:ext cx="1656288" cy="43207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08C09727-5BB2-8C05-AF4B-00FF8E0D589F}"/>
              </a:ext>
            </a:extLst>
          </p:cNvPr>
          <p:cNvCxnSpPr>
            <a:stCxn id="13" idx="3"/>
            <a:endCxn id="14" idx="0"/>
          </p:cNvCxnSpPr>
          <p:nvPr/>
        </p:nvCxnSpPr>
        <p:spPr>
          <a:xfrm>
            <a:off x="6959888" y="4009694"/>
            <a:ext cx="1656496" cy="43207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11D1E34B-A63E-3DC5-EC84-4CB616D4A248}"/>
              </a:ext>
            </a:extLst>
          </p:cNvPr>
          <p:cNvCxnSpPr>
            <a:stCxn id="12" idx="3"/>
            <a:endCxn id="15" idx="1"/>
          </p:cNvCxnSpPr>
          <p:nvPr/>
        </p:nvCxnSpPr>
        <p:spPr>
          <a:xfrm>
            <a:off x="4367600" y="4657766"/>
            <a:ext cx="7202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9" name="Straight Arrow Connector 228">
            <a:extLst>
              <a:ext uri="{FF2B5EF4-FFF2-40B4-BE49-F238E27FC236}">
                <a16:creationId xmlns:a16="http://schemas.microsoft.com/office/drawing/2014/main" id="{6D466898-6DD7-FFA2-B9D1-6CC5BD52BA0B}"/>
              </a:ext>
            </a:extLst>
          </p:cNvPr>
          <p:cNvCxnSpPr>
            <a:stCxn id="14" idx="1"/>
            <a:endCxn id="15" idx="3"/>
          </p:cNvCxnSpPr>
          <p:nvPr/>
        </p:nvCxnSpPr>
        <p:spPr>
          <a:xfrm flipH="1">
            <a:off x="6959888" y="4657766"/>
            <a:ext cx="7204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1" name="Straight Arrow Connector 230">
            <a:extLst>
              <a:ext uri="{FF2B5EF4-FFF2-40B4-BE49-F238E27FC236}">
                <a16:creationId xmlns:a16="http://schemas.microsoft.com/office/drawing/2014/main" id="{2A69107D-ABC7-E880-77E3-DB1EA1E58C6D}"/>
              </a:ext>
            </a:extLst>
          </p:cNvPr>
          <p:cNvCxnSpPr>
            <a:stCxn id="12" idx="2"/>
            <a:endCxn id="16" idx="0"/>
          </p:cNvCxnSpPr>
          <p:nvPr/>
        </p:nvCxnSpPr>
        <p:spPr>
          <a:xfrm>
            <a:off x="3431600" y="4873766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B405B8FC-9084-725A-B4BF-A49859FBDD50}"/>
              </a:ext>
            </a:extLst>
          </p:cNvPr>
          <p:cNvCxnSpPr>
            <a:stCxn id="14" idx="2"/>
            <a:endCxn id="17" idx="0"/>
          </p:cNvCxnSpPr>
          <p:nvPr/>
        </p:nvCxnSpPr>
        <p:spPr>
          <a:xfrm>
            <a:off x="8616384" y="4873766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Straight Arrow Connector 234">
            <a:extLst>
              <a:ext uri="{FF2B5EF4-FFF2-40B4-BE49-F238E27FC236}">
                <a16:creationId xmlns:a16="http://schemas.microsoft.com/office/drawing/2014/main" id="{2E948A63-BCC2-4F17-F6F3-A8DA3BA021F3}"/>
              </a:ext>
            </a:extLst>
          </p:cNvPr>
          <p:cNvCxnSpPr>
            <a:stCxn id="83" idx="3"/>
            <a:endCxn id="102" idx="1"/>
          </p:cNvCxnSpPr>
          <p:nvPr/>
        </p:nvCxnSpPr>
        <p:spPr>
          <a:xfrm>
            <a:off x="6959888" y="5953850"/>
            <a:ext cx="720496" cy="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513338DA-1BEB-F172-F158-C6E152F7795D}"/>
              </a:ext>
            </a:extLst>
          </p:cNvPr>
          <p:cNvSpPr txBox="1"/>
          <p:nvPr/>
        </p:nvSpPr>
        <p:spPr bwMode="auto">
          <a:xfrm>
            <a:off x="4668553" y="3901972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94AF6071-5A12-98B6-12A9-5D06B0402734}"/>
              </a:ext>
            </a:extLst>
          </p:cNvPr>
          <p:cNvSpPr txBox="1"/>
          <p:nvPr/>
        </p:nvSpPr>
        <p:spPr bwMode="auto">
          <a:xfrm>
            <a:off x="7130757" y="3901913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66EC180B-CC54-2B5F-A4EC-44C500EC9D6F}"/>
              </a:ext>
            </a:extLst>
          </p:cNvPr>
          <p:cNvSpPr txBox="1"/>
          <p:nvPr/>
        </p:nvSpPr>
        <p:spPr bwMode="auto">
          <a:xfrm>
            <a:off x="3487904" y="4873766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5EB2C40F-465D-105B-3888-65EAA33AB731}"/>
              </a:ext>
            </a:extLst>
          </p:cNvPr>
          <p:cNvSpPr txBox="1"/>
          <p:nvPr/>
        </p:nvSpPr>
        <p:spPr bwMode="auto">
          <a:xfrm>
            <a:off x="8688288" y="4875647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98BF4545-FE89-BC00-6F2C-BE36B35BC734}"/>
              </a:ext>
            </a:extLst>
          </p:cNvPr>
          <p:cNvSpPr txBox="1"/>
          <p:nvPr/>
        </p:nvSpPr>
        <p:spPr bwMode="auto">
          <a:xfrm>
            <a:off x="7098412" y="5861517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B875728C-63CE-F3FB-91B2-4922CFC7D686}"/>
              </a:ext>
            </a:extLst>
          </p:cNvPr>
          <p:cNvSpPr txBox="1"/>
          <p:nvPr/>
        </p:nvSpPr>
        <p:spPr bwMode="auto">
          <a:xfrm>
            <a:off x="7411754" y="4565373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33656628-24BB-CAF5-6555-2CB2A84DCD01}"/>
              </a:ext>
            </a:extLst>
          </p:cNvPr>
          <p:cNvSpPr txBox="1"/>
          <p:nvPr/>
        </p:nvSpPr>
        <p:spPr bwMode="auto">
          <a:xfrm>
            <a:off x="4455090" y="4565433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FDCB4969-217F-897C-66CB-4F1834070AF4}"/>
              </a:ext>
            </a:extLst>
          </p:cNvPr>
          <p:cNvSpPr txBox="1"/>
          <p:nvPr/>
        </p:nvSpPr>
        <p:spPr bwMode="auto">
          <a:xfrm>
            <a:off x="5735960" y="6294973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46" name="Straight Connector 245">
            <a:extLst>
              <a:ext uri="{FF2B5EF4-FFF2-40B4-BE49-F238E27FC236}">
                <a16:creationId xmlns:a16="http://schemas.microsoft.com/office/drawing/2014/main" id="{E9FA4633-D690-4190-3EBB-2F61064A1496}"/>
              </a:ext>
            </a:extLst>
          </p:cNvPr>
          <p:cNvCxnSpPr>
            <a:stCxn id="15" idx="2"/>
            <a:endCxn id="83" idx="0"/>
          </p:cNvCxnSpPr>
          <p:nvPr/>
        </p:nvCxnSpPr>
        <p:spPr>
          <a:xfrm>
            <a:off x="6023888" y="4873766"/>
            <a:ext cx="0" cy="864084"/>
          </a:xfrm>
          <a:prstGeom prst="line">
            <a:avLst/>
          </a:prstGeom>
          <a:ln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72923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Toolkit: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A CY4500.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A SALEAE 16ch Pro Logic Analyser.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An </a:t>
            </a:r>
            <a:r>
              <a:rPr lang="en-GB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Ellisys</a:t>
            </a: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 C-Tracker (optional).</a:t>
            </a: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Software: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EZ-PD Protocol Analyzer Utility v3.1.x.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SALEAE Logic2 v2.4.0+.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“</a:t>
            </a:r>
            <a:r>
              <a:rPr lang="en-GB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Saleae_PDCC_Release</a:t>
            </a:r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” CC analyser plugin.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“I2C_HPI” I</a:t>
            </a:r>
            <a:r>
              <a:rPr lang="en-GB" sz="2000" baseline="3000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C analyser plugin.</a:t>
            </a:r>
          </a:p>
          <a:p>
            <a:r>
              <a:rPr lang="en-GB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Ellisys</a:t>
            </a: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 Type-C Tracker Analyzer.</a:t>
            </a:r>
          </a:p>
          <a:p>
            <a:pPr marL="0" indent="0">
              <a:buNone/>
            </a:pPr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 – Prerequisites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BA4D2BE-3340-E9E1-A8A1-8C1BD6680764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Download: </a:t>
            </a: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  <a:hlinkClick r:id="rId2"/>
              </a:rPr>
              <a:t>https://drive.google.com/drive/folders/1AqxentVzGbndPK5DALp_iF4E_E6OO_a0?usp=sharing</a:t>
            </a:r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1559E4FC-4581-C7F6-0A2A-65657972B2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4032" y="3181885"/>
            <a:ext cx="5399405" cy="3225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0670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Conventional log capture flow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Open issue tracker form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Fill up all fields except “waveforms”, 14 fields in total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Run/Select EZ-PD Protocol Analyzer Utility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Click “Start”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Run/Select Saleae Logic2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Setup channels, names, mode, bitrate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Click “Start”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Reproduce issues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In EZ-PD Protocol Analyzer Utility</a:t>
            </a:r>
          </a:p>
          <a:p>
            <a:pPr marL="709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Click “Stop”</a:t>
            </a:r>
          </a:p>
          <a:p>
            <a:pPr marL="709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Click “Save”</a:t>
            </a:r>
          </a:p>
          <a:p>
            <a:pPr marL="709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Type file name and save</a:t>
            </a:r>
          </a:p>
          <a:p>
            <a:pPr marL="709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Click “OK” to close the confirmation dialog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In Saleae Logic2</a:t>
            </a:r>
          </a:p>
          <a:p>
            <a:pPr marL="709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Click “Stop”</a:t>
            </a:r>
          </a:p>
          <a:p>
            <a:pPr marL="709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Assign I2C, UART and CC analysers to channels</a:t>
            </a:r>
          </a:p>
          <a:p>
            <a:pPr marL="709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Type file name and save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Fill up “waveforms” field in issue tracker forms with all log filenames </a:t>
            </a:r>
            <a:r>
              <a:rPr lang="en-GB" sz="1600">
                <a:latin typeface="Calibri" panose="020F0502020204030204" pitchFamily="34" charset="0"/>
                <a:cs typeface="Calibri" panose="020F0502020204030204" pitchFamily="34" charset="0"/>
              </a:rPr>
              <a:t>created above.</a:t>
            </a:r>
            <a:endParaRPr lang="en-GB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Go to step4 for another log capture round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64284E2-7488-4D77-DF17-1E0DB2DB1960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In Infineon automation tool flow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Run WCS Logger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Fill up all blank fields, 10 – 12 in total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Click “Start Recording”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Reproduce issues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Click “Pass case” or “Fail case”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Go to step3 for another log capture round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Issue report flow SOP – Faster and Easier</a:t>
            </a:r>
            <a:endParaRPr lang="en-GB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6396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574892A-9389-D1A5-6EC9-075F6766CCFA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Specialised for WCS PC host applications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Issue information</a:t>
            </a: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SOP for log collecting – </a:t>
            </a:r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Issue Tracker Form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908B871E-E9BC-D235-D6F3-23D8EA14092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614458" y="1268413"/>
            <a:ext cx="5129022" cy="5113337"/>
          </a:xfrm>
        </p:spPr>
      </p:pic>
    </p:spTree>
    <p:extLst>
      <p:ext uri="{BB962C8B-B14F-4D97-AF65-F5344CB8AC3E}">
        <p14:creationId xmlns:p14="http://schemas.microsoft.com/office/powerpoint/2010/main" val="29617888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Start Logger.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Fill all information and platform type in Issue Information and mapping SALEAE pins with pre-defined channels or preferred ones.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All fields are mandatory except “OEM Ticket#”.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“Start Recording” button will grey out if any blank field or channel duplicated.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Click “Start Recording” to start log collecting per setup.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Click “Abort Recording”, “Pass Case” or “Fail Case” while test finished.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Logger will assign relevant analysers to SALEAE logs and create a folder using current time format contains: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Issue tracker form.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SALEAE log files.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CY4500 log files.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Setup log: e.g. 20230522.txt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 – SALEAE use case (1/2)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5006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 startAt="6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Scenario A: SALEAE Logic2 is not running while starting Logger: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Will launch SALEAE Logic2 application with automation supportive automatically.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Keep SALEAE Logic2 application running while log captures are finished.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Will shutdown SALEAE Logic2 application while Logger is closed.</a:t>
            </a:r>
          </a:p>
          <a:p>
            <a:pPr marL="457200" indent="-457200">
              <a:buFont typeface="+mj-lt"/>
              <a:buAutoNum type="arabicPeriod" startAt="6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Scenario B: SALEAE Logic is running while starting Logger: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Will use the running SALEAE Logic2 application, which needs to </a:t>
            </a:r>
            <a:r>
              <a:rPr lang="en-US" sz="2000" u="sng" dirty="0">
                <a:latin typeface="Calibri" panose="020F0502020204030204" pitchFamily="34" charset="0"/>
                <a:cs typeface="Calibri" panose="020F0502020204030204" pitchFamily="34" charset="0"/>
              </a:rPr>
              <a:t>enable automation server before hand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Keep SALEAE Logic2 application running while log captures are finished.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Will </a:t>
            </a:r>
            <a:r>
              <a:rPr lang="en-US" sz="2000" i="1" dirty="0">
                <a:latin typeface="Calibri" panose="020F0502020204030204" pitchFamily="34" charset="0"/>
                <a:cs typeface="Calibri" panose="020F0502020204030204" pitchFamily="34" charset="0"/>
              </a:rPr>
              <a:t>***NOT*** 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shutdown SALEAE Logic2 application while Logger is closed.</a:t>
            </a:r>
          </a:p>
          <a:p>
            <a:pPr marL="457200" indent="-457200">
              <a:buFont typeface="+mj-lt"/>
              <a:buAutoNum type="arabicPeriod" startAt="6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Click “Start Recording” again for another capture cycle.</a:t>
            </a:r>
          </a:p>
          <a:p>
            <a:pPr marL="457200" indent="-457200">
              <a:buFont typeface="+mj-lt"/>
              <a:buAutoNum type="arabicPeriod" startAt="6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Close Logger while finish test.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 – SALEAE use case (2/2)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8190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21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Logs submission</a:t>
            </a:r>
          </a:p>
        </p:txBody>
      </p:sp>
      <p:pic>
        <p:nvPicPr>
          <p:cNvPr id="8" name="Content Placeholder 15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5C97427E-76BD-478F-727B-1FC33AD6B63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33" y="1366638"/>
            <a:ext cx="5664200" cy="4916359"/>
          </a:xfrm>
        </p:spPr>
      </p:pic>
      <p:sp>
        <p:nvSpPr>
          <p:cNvPr id="2" name="IFXSHAPE">
            <a:extLst>
              <a:ext uri="{FF2B5EF4-FFF2-40B4-BE49-F238E27FC236}">
                <a16:creationId xmlns:a16="http://schemas.microsoft.com/office/drawing/2014/main" id="{1C74157E-BDF0-6BE5-C487-283E455AFBC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6" name="IFXSHAPE">
            <a:extLst>
              <a:ext uri="{FF2B5EF4-FFF2-40B4-BE49-F238E27FC236}">
                <a16:creationId xmlns:a16="http://schemas.microsoft.com/office/drawing/2014/main" id="{282FC0F4-8664-2972-96B1-2C3E3D00C17A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18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9F315A5-4E42-7F2E-EA6D-A3DDBE80FA1C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Zip all files and submit to case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C250BD8-1DD1-FE09-4598-FE016711DEF2}"/>
              </a:ext>
            </a:extLst>
          </p:cNvPr>
          <p:cNvSpPr/>
          <p:nvPr/>
        </p:nvSpPr>
        <p:spPr bwMode="auto">
          <a:xfrm>
            <a:off x="191344" y="4165609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71493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Logger might crash if SALEAE Logic2 application doesn't enable "Automation Server" at Scenario B.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Doesn't support SALEAE Logic Analyser 8ch SKU.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DO NOT control log applications directly.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Logger cannot rename channel names in SALEAE logs. </a:t>
            </a: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 – Limitations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15170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Release firmware / documents on case system instead of emails.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Turn down cases if insufficient information is provided.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Issue tracker form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CYPD4500 CC logs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SALEAE logs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Ellisys C-Tracker logs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Others (optional)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We will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9735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Questions?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2" name="Speech Bubble: Oval 11">
            <a:extLst>
              <a:ext uri="{FF2B5EF4-FFF2-40B4-BE49-F238E27FC236}">
                <a16:creationId xmlns:a16="http://schemas.microsoft.com/office/drawing/2014/main" id="{893AC7C0-C851-E96D-0C06-1A49A8794984}"/>
              </a:ext>
            </a:extLst>
          </p:cNvPr>
          <p:cNvSpPr/>
          <p:nvPr/>
        </p:nvSpPr>
        <p:spPr bwMode="auto">
          <a:xfrm>
            <a:off x="1703512" y="3848697"/>
            <a:ext cx="1944216" cy="1351860"/>
          </a:xfrm>
          <a:prstGeom prst="wedgeEllipseCallou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r>
              <a:rPr lang="en-GB" sz="3600" baseline="0" dirty="0">
                <a:solidFill>
                  <a:schemeClr val="bg1"/>
                </a:solidFill>
                <a:latin typeface="Arial Black" panose="020B0A04020102020204" pitchFamily="34" charset="0"/>
              </a:rPr>
              <a:t>LINE</a:t>
            </a:r>
          </a:p>
        </p:txBody>
      </p:sp>
      <p:pic>
        <p:nvPicPr>
          <p:cNvPr id="14" name="Send">
            <a:extLst>
              <a:ext uri="{FF2B5EF4-FFF2-40B4-BE49-F238E27FC236}">
                <a16:creationId xmlns:a16="http://schemas.microsoft.com/office/drawing/2014/main" id="{DF573818-83A3-8321-4950-1A4059981B89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77730" y="1844824"/>
            <a:ext cx="1415618" cy="141561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0D9E6F3-0E41-8982-8561-6AC3FD323EB5}"/>
              </a:ext>
            </a:extLst>
          </p:cNvPr>
          <p:cNvSpPr txBox="1"/>
          <p:nvPr/>
        </p:nvSpPr>
        <p:spPr bwMode="auto">
          <a:xfrm>
            <a:off x="4295800" y="2245413"/>
            <a:ext cx="6408712" cy="6204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3600" kern="0" baseline="0" dirty="0">
                <a:latin typeface="Calibri" panose="020F0502020204030204" pitchFamily="34" charset="0"/>
                <a:cs typeface="Calibri" panose="020F0502020204030204" pitchFamily="34" charset="0"/>
              </a:rPr>
              <a:t>traven.shih@infineon.com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420178-7FE8-C304-5F43-BED7521E2ED6}"/>
              </a:ext>
            </a:extLst>
          </p:cNvPr>
          <p:cNvSpPr txBox="1"/>
          <p:nvPr/>
        </p:nvSpPr>
        <p:spPr bwMode="auto">
          <a:xfrm>
            <a:off x="4295800" y="4214297"/>
            <a:ext cx="6408712" cy="6204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3600" kern="0" dirty="0" err="1">
                <a:latin typeface="Calibri" panose="020F0502020204030204" pitchFamily="34" charset="0"/>
                <a:cs typeface="Calibri" panose="020F0502020204030204" pitchFamily="34" charset="0"/>
              </a:rPr>
              <a:t>ifx-traven</a:t>
            </a:r>
            <a:endParaRPr lang="en-GB" sz="3600" kern="0" baseline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3698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513586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CLMASTER" val="0"/>
  <p:tag name="SLIDESPERROW" val="4"/>
  <p:tag name="THUMBWIDTH" val="220"/>
  <p:tag name="INFINEON_CATEGORY" val="{&quot;CategoryList&quot;:[],&quot;CategoryDictionary&quot;:{}}"/>
  <p:tag name="EMPOWERCHARTSPROPERTIES_B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FAAAACQAAAF9pZD0kLl9pZAEDAAAAAAADAAAAAQADAAAAIwAAAENvbWJpSW5kZXg9JC5OYW1lICsgJ18nICsgJC5WZXJzaW9uAQQAAAAAAAQAAAABAAQ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YBAQEBAQEBAQEBAQEBAQIAAAAAAAAAAwAAAAMAAAAA/////wQASwwAAAAAAAAAAAAAIAD///////////////8AAAD////////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BAP///////wQAAAACABAAC10GBAEGmsRCrWeMKWDzcgcFAAAAAAADAAAAAAADAAAAAwADAAEA////////BAAAAAMAEAALVNGgrCHzak+1I7mkeTCCYQUAAAABAAMAAAACAAMAAAA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////8EAPALAAAAAAAAAAAAACAB////////////////AAAA////////////////BAAAAAMA////////BAAAAAMA////////BAAAAAMA////////BAAAAAMA////////BAAAAAMA////////BA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QAgAf///////////////wAADv///////wQ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IAAQEDAAAAAgD///////8aAAZMaW5rZWRTaGFwZXNEYXRhUHJvcGVydHlfMAUAAAAAAAQAAAADAAQAAAABAAMABgEDAAAAAwD///////8lAAZMaW5rZWRTaGFwZVByZXNlbnRhdGlvblNldHRpbmdzRGF0YV8wBQAAAAEABAAAAAAABAAAAAIABAAAAAAA////////BAAAAAAA////////BAAAAAAA////////BAAAAAAA////////BAAAAAA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/////AgCODgAAAAAAAAAAAAD/////gwCDAAAABV9pZAAQAAAABF0GBAEGmsRCrWeMKWDzcgcDRGF0YQAbAAAABExpbmtlZFNoYXBlRGF0YQAFAAAAAAACTmFtZQAZAAAATGlua2VkU2hhcGVzRGF0YVByb3BlcnR5ABBWZXJzaW9uAAAAAAAJTGFzdFdyaXRlAEHvOgOCAQAAAAEA/////8YAxgAAAAVfaWQAEAAAAARU0aCsIfNqT7UjuaR5MIJhA0RhdGEAUwAAAAhQcmVzZW50YXRpb25TY2FubmVkRm9yTGlua2VkU2hhcGVzAAECTnVtYmVyRm9ybWF0U2VwYXJhdG9yTW9kZQAKAAAAQXV0b21hdGljAAACTmFtZQAkAAAATGlua2VkU2hhcGVQcmVzZW50YXRpb25TZXR0aW5nc0RhdGEAEFZlcnNpb24AAAAAAAlMYXN0V3JpdGUAWe86A4I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B_LENGTH" val="2457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HDS" val="True"/>
  <p:tag name="MIO_SKIPVERSION" val="01.01.0001 00:00:00"/>
  <p:tag name="MIO_EKGUID" val="f8120ca7-cceb-428f-a7d0-f20ce9397e1b"/>
  <p:tag name="MIO_UPDATE" val="True"/>
  <p:tag name="MIO_DBID" val="FDE84254-54DB-49E3-9A0E-CDE72035D530"/>
  <p:tag name="MIO_OBJECTNAME" val="Infineon LCD 16:9"/>
  <p:tag name="MIO_FALLBACK_LAYOUT" val="4"/>
  <p:tag name="MIO_SHOW_DATE" val="False"/>
  <p:tag name="MIO_SHOW_FOOTER" val="False"/>
  <p:tag name="MIO_SHOW_PAGENUMBER" val="False"/>
  <p:tag name="MIO_AVOID_BLANK_LAYOUT" val="False"/>
  <p:tag name="MIO_CD_LAYOUT_VALID_AREA" val="False"/>
  <p:tag name="MIO_EMBED_FONT" val="False"/>
  <p:tag name="MIO_MATCH_COLOR_SCHEME" val="True"/>
  <p:tag name="MIO_NUMBER_OF_VALID_LAYOUTS" val="18"/>
  <p:tag name="MIO_VERSION" val="13.05.2023 07:12:22"/>
  <p:tag name="MIO_LASTDOWNLOADED" val="22.05.2023 15:35:51.523"/>
  <p:tag name="MIO_CDID" val="e2fc2f9e-d5cf-4311-b3a1-0559b8fd1ab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PresentationTitle_1MIOPlaceholderMapping.2MIOPlaceholderMapping-Infineon 16:9MIOPlaceholderMapping.Presentation title 1MIOPlaceholderMapping.1MIOPlaceholderMapping;Infineon 16:9MIOPlaceholderMapping.IFX_PresentationTitle_2MIOPlaceholderMapping.3MIOPlaceholderMapping-Infineon 16:9MIOPlaceholderMapping.Presentation title 1MIOPlaceholderMapping.1MIOPlaceholderMapping;Infineon 16:9MIOPlaceholderMapping.IFX_PresentationTitle_3MIOPlaceholderMapping.4MIOPlaceholderMapping-Infineon 16:9MIOPlaceholderMapping.Presentation title 1MIOPlaceholderMapping.1MIOPlaceholderMapping;Infineon 16:9MIOPlaceholderMapping.IFX_PresentationTitle_1MIOPlaceholderMapping.2MIOPlaceholderMapping.Picture Placeholder 20MIOPlaceholderMapping.18MIOPlaceholderMapping-Infineon 16:9MIOPlaceholderMapping.Presentation title 1MIOPlaceholderMapping.1MIOPlaceholderMapping.Crystal Picture PlaceholderMIOPlaceholderMapping.15MIOPlaceholderMapping;Infineon 16:9MIOPlaceholderMapping.IFX_PresentationTitle_2MIOPlaceholderMapping.3MIOPlaceholderMapping.Picture Placeholder 20MIOPlaceholderMapping.14MIOPlaceholderMapping-Infineon 16:9MIOPlaceholderMapping.Presentation title 1MIOPlaceholderMapping.1MIOPlaceholderMapping.Crystal Picture PlaceholderMIOPlaceholderMapping.15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PresentationTitleMIOPlaceholderMapping.1MIOPlaceholderMapping-Infineon 16:9MIOPlaceholderMapping.Presentation title 3MIOPlaceholderMapping.3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Title_OnlyMIOPlaceholderMapping.5MIOPlaceholderMapping-Infineon 16:9MIOPlaceholderMapping.Title OnlyMIOPlaceholderMapping.4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Title_and_ContentMIOPlaceholderMapping.6MIOPlaceholderMapping-Infineon 16:9MIOPlaceholderMapping.Title | contentMIOPlaceholderMapping.5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Title_and_Two_ContentMIOPlaceholderMapping.8MIOPlaceholderMapping-Infineon 16:9MIOPlaceholderMapping.2 contentsMIOPlaceholderMapping.6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SectionMIOPlaceholderMapping.9MIOPlaceholderMapping-Infineon 16:9MIOPlaceholderMapping.Section 1MIOPlaceholderMapping.7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Title_and_Four_ContentMIOPlaceholderMapping.10MIOPlaceholderMapping-Infineon 16:9MIOPlaceholderMapping.4 contentsMIOPlaceholderMapping.9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Row_and_Two_ColumnsMIOPlaceholderMapping.11MIOPlaceholderMapping-Infineon 16:9MIOPlaceholderMapping.Row | 2 columnsMIOPlaceholderMapping.10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Row_Two_Columns_RowMIOPlaceholderMapping.12MIOPlaceholderMapping-Infineon 16:9MIOPlaceholderMapping.Row | 2 columns | rowMIOPlaceholderMapping.11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Title_and_Three_ColumnsMIOPlaceholderMapping.13MIOPlaceholderMapping-Infineon 16:9MIOPlaceholderMapping.3 columnsMIOPlaceholderMapping.12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Row_and_Three_ColumnsMIOPlaceholderMapping.14MIOPlaceholderMapping-Infineon 16:9MIOPlaceholderMapping.Row | 3 columnsMIOPlaceholderMapping.13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our_ColumnsMIOPlaceholderMapping.15MIOPlaceholderMapping-Infineon 16:9MIOPlaceholderMapping.4 columnsMIOPlaceholderMapping.14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Row_and_Four_ColumnsMIOPlaceholderMapping.16MIOPlaceholderMapping-Infineon 16:9MIOPlaceholderMapping.Row | 4 columnsMIOPlaceholderMapping.15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EmptyMIOPlaceholderMapping.17MIOPlaceholderMapping-Infineon 16:9MIOPlaceholderMapping.EmptyMIOPlaceholderMapping.16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ullpicMIOPlaceholderMapping.18MIOPlaceholderMapping-Infineon 16:9MIOPlaceholderMapping.FullpicMIOPlaceholderMapping.17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inal_ClaimMIOPlaceholderMapping.19MIOPlaceholderMapping-Infineon 16:9MIOPlaceholderMapping.FinalMIOPlaceholderMapping.18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c72d87b0-7453-4de2-9a77-8abac1f697a2"/>
  <p:tag name="MIO_EKGUID" val="3845e535-4203-4ef5-895a-eaad52033263"/>
  <p:tag name="MIO_UPDATE" val="True"/>
  <p:tag name="MIO_VERSION" val="09.03.2023 09:38:29"/>
  <p:tag name="MIO_DBID" val="FDE84254-54DB-49E3-9A0E-CDE72035D530"/>
  <p:tag name="MIO_LASTDOWNLOADED" val="22.05.2023 18:09:29.118"/>
  <p:tag name="MIO_OBJECTNAME" val="05 Banded Rows"/>
  <p:tag name="MIO_LASTEDITORNAME" val="Verena Kohl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GUID" val="aacc4520-bed8-4215-a476-a176f560570f"/>
  <p:tag name="MIO_GUID" val="a4021b07-3f46-4fb8-94fe-397c100223e7"/>
  <p:tag name="MIO_UPDATE" val="True"/>
  <p:tag name="MIO_VERSION" val="05.03.2023 11:17:30"/>
  <p:tag name="MIO_DBID" val="FDE84254-54DB-49E3-9A0E-CDE72035D530"/>
  <p:tag name="MIO_LASTDOWNLOADED" val="22.05.2023 20:15:58.927"/>
  <p:tag name="MIO_OBJECTNAME" val="Send"/>
  <p:tag name="MIO_LASTEDITORNAME" val="Verena Kohl"/>
</p:tagLst>
</file>

<file path=ppt/theme/theme1.xml><?xml version="1.0" encoding="utf-8"?>
<a:theme xmlns:a="http://schemas.openxmlformats.org/drawingml/2006/main" name="Infineon 16:9">
  <a:themeElements>
    <a:clrScheme name="Infineon 2023 - 2">
      <a:dk1>
        <a:srgbClr val="1D1D1D"/>
      </a:dk1>
      <a:lt1>
        <a:srgbClr val="FFFFFF"/>
      </a:lt1>
      <a:dk2>
        <a:srgbClr val="0A8276"/>
      </a:dk2>
      <a:lt2>
        <a:srgbClr val="8D8786"/>
      </a:lt2>
      <a:accent1>
        <a:srgbClr val="0A8276"/>
      </a:accent1>
      <a:accent2>
        <a:srgbClr val="575352"/>
      </a:accent2>
      <a:accent3>
        <a:srgbClr val="F97414"/>
      </a:accent3>
      <a:accent4>
        <a:srgbClr val="9BBA43"/>
      </a:accent4>
      <a:accent5>
        <a:srgbClr val="FCD442"/>
      </a:accent5>
      <a:accent6>
        <a:srgbClr val="9C216E"/>
      </a:accent6>
      <a:hlink>
        <a:srgbClr val="0A8276"/>
      </a:hlink>
      <a:folHlink>
        <a:srgbClr val="0A8276"/>
      </a:folHlink>
    </a:clrScheme>
    <a:fontScheme name="Infineon">
      <a:majorFont>
        <a:latin typeface="Arial"/>
        <a:ea typeface="Arial Unicode MS"/>
        <a:cs typeface="Arial"/>
      </a:majorFont>
      <a:minorFont>
        <a:latin typeface="Arial"/>
        <a:ea typeface="Arial Unicode MS"/>
        <a:cs typeface="Arial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2"/>
        </a:solidFill>
        <a:ln w="9525">
          <a:noFill/>
          <a:miter lim="800000"/>
          <a:headEnd/>
          <a:tailEnd/>
        </a:ln>
      </a:spPr>
      <a:bodyPr wrap="square" lIns="72000" tIns="72000" rIns="72000" bIns="72000" rtlCol="0" anchor="ctr"/>
      <a:lstStyle>
        <a:defPPr algn="ctr" defTabSz="576000" eaLnBrk="0" hangingPunct="0">
          <a:lnSpc>
            <a:spcPct val="120000"/>
          </a:lnSpc>
          <a:defRPr sz="1600" baseline="0" dirty="0">
            <a:solidFill>
              <a:schemeClr val="bg1"/>
            </a:solidFill>
            <a:latin typeface="+mn-lt"/>
            <a:ea typeface="+mn-ea"/>
            <a:cs typeface="+mn-cs"/>
          </a:defRPr>
        </a:defPPr>
      </a:lstStyle>
    </a:spDef>
    <a:lnDef>
      <a:spPr>
        <a:ln w="9525">
          <a:solidFill>
            <a:schemeClr val="bg2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wrap="square" lIns="0" tIns="0" rIns="0" bIns="0" rtlCol="0" anchor="t" anchorCtr="0">
        <a:spAutoFit/>
      </a:bodyPr>
      <a:lstStyle>
        <a:defPPr marL="252000" marR="0" indent="-252000" algn="l" defTabSz="576000" eaLnBrk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>
            <a:schemeClr val="tx2"/>
          </a:buClr>
          <a:buSzTx/>
          <a:buFont typeface="Arial" panose="020B0604020202020204" pitchFamily="34" charset="0"/>
          <a:buChar char="‒"/>
          <a:tabLst/>
          <a:defRPr sz="1800" kern="0" baseline="0" dirty="0">
            <a:latin typeface="+mn-lt"/>
            <a:ea typeface="+mn-ea"/>
            <a:cs typeface="+mn-cs"/>
          </a:defRPr>
        </a:defPPr>
      </a:lstStyle>
    </a:txDef>
  </a:objectDefaults>
  <a:extraClrSchemeLst/>
  <a:custClrLst>
    <a:custClr name="Ocean 100">
      <a:srgbClr val="0A8276"/>
    </a:custClr>
    <a:custClr name="Ocean 80">
      <a:srgbClr val="3B9B91"/>
    </a:custClr>
    <a:custClr name="Ocean 60">
      <a:srgbClr val="6CB4AD"/>
    </a:custClr>
    <a:custClr name="Ocean 40">
      <a:srgbClr val="B8DEDA"/>
    </a:custClr>
    <a:custClr name="White">
      <a:srgbClr val="FFFFFF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Main">
      <a:srgbClr val="9BBA43"/>
    </a:custClr>
    <a:custClr name="Berry Main">
      <a:srgbClr val="9C216E"/>
    </a:custClr>
    <a:custClr name="Engineering Main">
      <a:srgbClr val="575352"/>
    </a:custClr>
    <a:custClr name="Sun Main">
      <a:srgbClr val="F97414"/>
    </a:custClr>
    <a:custClr name="Sand Main">
      <a:srgbClr val="FCD442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Light">
      <a:srgbClr val="B9D257"/>
    </a:custClr>
    <a:custClr name="Berry Light">
      <a:srgbClr val="BE3283"/>
    </a:custClr>
    <a:custClr name="Engineering Light">
      <a:srgbClr val="8D8786"/>
    </a:custClr>
    <a:custClr name="Sun Light">
      <a:srgbClr val="FF9737"/>
    </a:custClr>
    <a:custClr name="Sand Light">
      <a:srgbClr val="FBE273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Grey 300 ">
      <a:srgbClr val="DCD5D7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</a:custClrLst>
  <a:extLst>
    <a:ext uri="{05A4C25C-085E-4340-85A3-A5531E510DB2}">
      <thm15:themeFamily xmlns:thm15="http://schemas.microsoft.com/office/thememl/2012/main" name="Default Theme.pptx" id="{13DFF84F-19D3-4ED7-AC51-F981DDD2DFB2}" vid="{F6438DE6-1D8E-4AE6-B966-4DDA9AE046AE}"/>
    </a:ext>
  </a:extLst>
</a:theme>
</file>

<file path=ppt/theme/theme2.xml><?xml version="1.0" encoding="utf-8"?>
<a:theme xmlns:a="http://schemas.openxmlformats.org/drawingml/2006/main" name="Larissa-Design">
  <a:themeElements>
    <a:clrScheme name="Infineon">
      <a:dk1>
        <a:srgbClr val="000000"/>
      </a:dk1>
      <a:lt1>
        <a:srgbClr val="FFFFFF"/>
      </a:lt1>
      <a:dk2>
        <a:srgbClr val="FFE054"/>
      </a:dk2>
      <a:lt2>
        <a:srgbClr val="E9E6E6"/>
      </a:lt2>
      <a:accent1>
        <a:srgbClr val="E30034"/>
      </a:accent1>
      <a:accent2>
        <a:srgbClr val="928285"/>
      </a:accent2>
      <a:accent3>
        <a:srgbClr val="84B6A7"/>
      </a:accent3>
      <a:accent4>
        <a:srgbClr val="AEC067"/>
      </a:accent4>
      <a:accent5>
        <a:srgbClr val="EE813C"/>
      </a:accent5>
      <a:accent6>
        <a:srgbClr val="AB377A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Infineon_ColorTheme_2012">
      <a:dk1>
        <a:srgbClr val="00214A"/>
      </a:dk1>
      <a:lt1>
        <a:srgbClr val="FFFFFF"/>
      </a:lt1>
      <a:dk2>
        <a:srgbClr val="00214A"/>
      </a:dk2>
      <a:lt2>
        <a:srgbClr val="C8D8E6"/>
      </a:lt2>
      <a:accent1>
        <a:srgbClr val="B70D28"/>
      </a:accent1>
      <a:accent2>
        <a:srgbClr val="E3EBF2"/>
      </a:accent2>
      <a:accent3>
        <a:srgbClr val="005DA9"/>
      </a:accent3>
      <a:accent4>
        <a:srgbClr val="969696"/>
      </a:accent4>
      <a:accent5>
        <a:srgbClr val="FDC400"/>
      </a:accent5>
      <a:accent6>
        <a:srgbClr val="009651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customXsn xmlns="http://schemas.microsoft.com/office/2006/metadata/customXsn">
  <xsnLocation/>
  <cached>True</cached>
  <openByDefault>False</openByDefault>
  <xsnScope/>
</customXsn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er xmlns="a709603d-609a-478b-a91d-3c5e984c0e79">0</Ver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AAE9148B404486CBFDD74AD2AA0B" ma:contentTypeVersion="2" ma:contentTypeDescription="Create a new document." ma:contentTypeScope="" ma:versionID="a24cc1775e4f53b56bd6bf310015a115">
  <xsd:schema xmlns:xsd="http://www.w3.org/2001/XMLSchema" xmlns:xs="http://www.w3.org/2001/XMLSchema" xmlns:p="http://schemas.microsoft.com/office/2006/metadata/properties" xmlns:ns2="a709603d-609a-478b-a91d-3c5e984c0e79" xmlns:ns3="6ef45842-284e-44e4-b2db-1749e7948b44" targetNamespace="http://schemas.microsoft.com/office/2006/metadata/properties" ma:root="true" ma:fieldsID="f8923fe8aa0ace7ab58ef4ccc8b43a85" ns2:_="" ns3:_="">
    <xsd:import namespace="a709603d-609a-478b-a91d-3c5e984c0e79"/>
    <xsd:import namespace="6ef45842-284e-44e4-b2db-1749e7948b44"/>
    <xsd:element name="properties">
      <xsd:complexType>
        <xsd:sequence>
          <xsd:element name="documentManagement">
            <xsd:complexType>
              <xsd:all>
                <xsd:element ref="ns2:Ver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709603d-609a-478b-a91d-3c5e984c0e79" elementFormDefault="qualified">
    <xsd:import namespace="http://schemas.microsoft.com/office/2006/documentManagement/types"/>
    <xsd:import namespace="http://schemas.microsoft.com/office/infopath/2007/PartnerControls"/>
    <xsd:element name="Ver" ma:index="8" nillable="true" ma:displayName="Ver" ma:default="0" ma:internalName="Ver" ma:percentage="FALSE">
      <xsd:simpleType>
        <xsd:restriction base="dms:Number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ef45842-284e-44e4-b2db-1749e7948b44" elementFormDefault="qualified">
    <xsd:import namespace="http://schemas.microsoft.com/office/2006/documentManagement/types"/>
    <xsd:import namespace="http://schemas.microsoft.com/office/infopath/2007/PartnerControls"/>
    <xsd:element name="SharedWithUsers" ma:index="9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C144A13-A380-40B3-9980-61BD11F58D02}">
  <ds:schemaRefs>
    <ds:schemaRef ds:uri="http://schemas.microsoft.com/office/2006/metadata/customXsn"/>
  </ds:schemaRefs>
</ds:datastoreItem>
</file>

<file path=customXml/itemProps2.xml><?xml version="1.0" encoding="utf-8"?>
<ds:datastoreItem xmlns:ds="http://schemas.openxmlformats.org/officeDocument/2006/customXml" ds:itemID="{D299A1D5-F553-4264-9022-E0136C61CE27}">
  <ds:schemaRefs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purl.org/dc/dcmitype/"/>
    <ds:schemaRef ds:uri="http://www.w3.org/XML/1998/namespace"/>
    <ds:schemaRef ds:uri="http://purl.org/dc/terms/"/>
    <ds:schemaRef ds:uri="a709603d-609a-478b-a91d-3c5e984c0e79"/>
    <ds:schemaRef ds:uri="6ef45842-284e-44e4-b2db-1749e7948b44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63C6748B-B74E-4BE1-834C-AEBB9BCA18FB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AF2014AB-78C2-4F59-9D6E-9572E72F778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709603d-609a-478b-a91d-3c5e984c0e79"/>
    <ds:schemaRef ds:uri="6ef45842-284e-44e4-b2db-1749e7948b4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624</TotalTime>
  <Words>1551</Words>
  <Application>Microsoft Office PowerPoint</Application>
  <PresentationFormat>Widescreen</PresentationFormat>
  <Paragraphs>274</Paragraphs>
  <Slides>25</Slides>
  <Notes>0</Notes>
  <HiddenSlides>6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Arial Black</vt:lpstr>
      <vt:lpstr>Calibri</vt:lpstr>
      <vt:lpstr>Infineon 16:9</vt:lpstr>
      <vt:lpstr>IFTW WCS issue report flow</vt:lpstr>
      <vt:lpstr>Microsoft Dynamic365</vt:lpstr>
      <vt:lpstr>Case creation – Subject</vt:lpstr>
      <vt:lpstr>Case creation – Description</vt:lpstr>
      <vt:lpstr>Case creation – Collaboration</vt:lpstr>
      <vt:lpstr>Case creation – Discussion board</vt:lpstr>
      <vt:lpstr>Case creation – Attachment</vt:lpstr>
      <vt:lpstr>Case creation – Attachment format and file size</vt:lpstr>
      <vt:lpstr>IFTW WCS Logger –  helper for log collection</vt:lpstr>
      <vt:lpstr>SOP for log collecting – The WCS PD Host E2 training</vt:lpstr>
      <vt:lpstr>Issue report flow SOP</vt:lpstr>
      <vt:lpstr>Issue report flow SOP – Infineon Issue Tracker Form</vt:lpstr>
      <vt:lpstr>Issue report flow SOP – Infineon WCS Logger</vt:lpstr>
      <vt:lpstr>Infineon WCS Logger</vt:lpstr>
      <vt:lpstr>Infineon WCS Logger – Function Flow</vt:lpstr>
      <vt:lpstr>Infineon WCS Logger – Prerequisites</vt:lpstr>
      <vt:lpstr>Issue report flow SOP – Faster and Easier</vt:lpstr>
      <vt:lpstr>SOP for log collecting – Infineon Issue Tracker Form</vt:lpstr>
      <vt:lpstr>Infineon WCS Logger – SALEAE use case (1/2)</vt:lpstr>
      <vt:lpstr>Infineon WCS Logger – SALEAE use case (2/2)</vt:lpstr>
      <vt:lpstr>Logs submission</vt:lpstr>
      <vt:lpstr>Infineon WCS Logger – Limitations</vt:lpstr>
      <vt:lpstr>We will …</vt:lpstr>
      <vt:lpstr>Questions?</vt:lpstr>
      <vt:lpstr>PowerPoint Presentation</vt:lpstr>
    </vt:vector>
  </TitlesOfParts>
  <Company>Infineon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Traven Shih</dc:creator>
  <cp:lastModifiedBy>Traven Shih</cp:lastModifiedBy>
  <cp:revision>186</cp:revision>
  <dcterms:created xsi:type="dcterms:W3CDTF">2023-05-22T10:06:33Z</dcterms:created>
  <dcterms:modified xsi:type="dcterms:W3CDTF">2023-08-18T07:55:51Z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umentID">
    <vt:lpwstr/>
  </property>
  <property fmtid="{D5CDD505-2E9C-101B-9397-08002B2CF9AE}" pid="3" name="DocumentVersion">
    <vt:lpwstr/>
  </property>
  <property fmtid="{D5CDD505-2E9C-101B-9397-08002B2CF9AE}" pid="4" name="Proprietary">
    <vt:lpwstr/>
  </property>
  <property fmtid="{D5CDD505-2E9C-101B-9397-08002B2CF9AE}" pid="5" name="ConfidentialityMarking">
    <vt:lpwstr>restricted</vt:lpwstr>
  </property>
  <property fmtid="{D5CDD505-2E9C-101B-9397-08002B2CF9AE}" pid="6" name="AdditionalMarking">
    <vt:lpwstr/>
  </property>
  <property fmtid="{D5CDD505-2E9C-101B-9397-08002B2CF9AE}" pid="7" name="TemplateCompany">
    <vt:lpwstr>IFX</vt:lpwstr>
  </property>
  <property fmtid="{D5CDD505-2E9C-101B-9397-08002B2CF9AE}" pid="8" name="ContentTypeId">
    <vt:lpwstr>0x010100A655AAE9148B404486CBFDD74AD2AA0B</vt:lpwstr>
  </property>
  <property fmtid="{D5CDD505-2E9C-101B-9397-08002B2CF9AE}" pid="9" name="empower.integration.Classification.DocumentId">
    <vt:lpwstr/>
  </property>
  <property fmtid="{D5CDD505-2E9C-101B-9397-08002B2CF9AE}" pid="10" name="empower.integration.Classification.DocumentVersion">
    <vt:lpwstr/>
  </property>
  <property fmtid="{D5CDD505-2E9C-101B-9397-08002B2CF9AE}" pid="11" name="empower.integration.Classification.DocumentOwner">
    <vt:lpwstr/>
  </property>
  <property fmtid="{D5CDD505-2E9C-101B-9397-08002B2CF9AE}" pid="12" name="empower.integration.Classification.ShowFooter">
    <vt:bool>true</vt:bool>
  </property>
  <property fmtid="{D5CDD505-2E9C-101B-9397-08002B2CF9AE}" pid="13" name="empower.integration.Classification.RestrictionLevel">
    <vt:i4>1</vt:i4>
  </property>
  <property fmtid="{D5CDD505-2E9C-101B-9397-08002B2CF9AE}" pid="14" name="empower.integration.Classification.FooterDate">
    <vt:filetime>2023-03-18T12:11:36Z</vt:filetime>
  </property>
  <property fmtid="{D5CDD505-2E9C-101B-9397-08002B2CF9AE}" pid="15" name="empower.integration.Classification.DateFormat">
    <vt:lpwstr>d MMM yyyy</vt:lpwstr>
  </property>
  <property fmtid="{D5CDD505-2E9C-101B-9397-08002B2CF9AE}" pid="16" name="empower.integration.Classification.IsDraft">
    <vt:bool>false</vt:bool>
  </property>
  <property fmtid="{D5CDD505-2E9C-101B-9397-08002B2CF9AE}" pid="17" name="empower.integration.Classification.IsProprietary">
    <vt:bool>false</vt:bool>
  </property>
  <property fmtid="{D5CDD505-2E9C-101B-9397-08002B2CF9AE}" pid="18" name="empower.integration.Classification.HasAdditionalMarking">
    <vt:bool>false</vt:bool>
  </property>
  <property fmtid="{D5CDD505-2E9C-101B-9397-08002B2CF9AE}" pid="19" name="empower.integration.Classification.AdditionalMarking">
    <vt:lpwstr/>
  </property>
  <property fmtid="{D5CDD505-2E9C-101B-9397-08002B2CF9AE}" pid="20" name="empower.integration.Classification.IsEmpowerClassified">
    <vt:bool>true</vt:bool>
  </property>
  <property fmtid="{D5CDD505-2E9C-101B-9397-08002B2CF9AE}" pid="21" name="empower_migrated_document">
    <vt:lpwstr>true</vt:lpwstr>
  </property>
  <property fmtid="{D5CDD505-2E9C-101B-9397-08002B2CF9AE}" pid="22" name="MSIP_Label_a15a25aa-e944-415d-b7a7-40f6b9180b6b_Enabled">
    <vt:lpwstr>true</vt:lpwstr>
  </property>
  <property fmtid="{D5CDD505-2E9C-101B-9397-08002B2CF9AE}" pid="23" name="MSIP_Label_a15a25aa-e944-415d-b7a7-40f6b9180b6b_SetDate">
    <vt:lpwstr>2023-03-24T13:40:28Z</vt:lpwstr>
  </property>
  <property fmtid="{D5CDD505-2E9C-101B-9397-08002B2CF9AE}" pid="24" name="MSIP_Label_a15a25aa-e944-415d-b7a7-40f6b9180b6b_Method">
    <vt:lpwstr>Standard</vt:lpwstr>
  </property>
  <property fmtid="{D5CDD505-2E9C-101B-9397-08002B2CF9AE}" pid="25" name="MSIP_Label_a15a25aa-e944-415d-b7a7-40f6b9180b6b_Name">
    <vt:lpwstr>a15a25aa-e944-415d-b7a7-40f6b9180b6b</vt:lpwstr>
  </property>
  <property fmtid="{D5CDD505-2E9C-101B-9397-08002B2CF9AE}" pid="26" name="MSIP_Label_a15a25aa-e944-415d-b7a7-40f6b9180b6b_SiteId">
    <vt:lpwstr>eeb8d0e8-3544-41d3-aac6-934c309faf5a</vt:lpwstr>
  </property>
  <property fmtid="{D5CDD505-2E9C-101B-9397-08002B2CF9AE}" pid="27" name="MSIP_Label_a15a25aa-e944-415d-b7a7-40f6b9180b6b_ActionId">
    <vt:lpwstr>73b1d637-b020-4fda-a205-ff5e02ff8705</vt:lpwstr>
  </property>
  <property fmtid="{D5CDD505-2E9C-101B-9397-08002B2CF9AE}" pid="28" name="MSIP_Label_a15a25aa-e944-415d-b7a7-40f6b9180b6b_ContentBits">
    <vt:lpwstr>0</vt:lpwstr>
  </property>
</Properties>
</file>